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10197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柳倩倩" initials="柳倩倩" lastIdx="1" clrIdx="0"/>
  <p:cmAuthor id="1" name="刁阑珊" initials="刁阑珊" lastIdx="1" clrIdx="0"/>
  <p:cmAuthor id="2" name="1206988966@qq.com" initials="1" lastIdx="1" clrIdx="2"/>
  <p:cmAuthor id="3" name="王 韧" initials="王" lastIdx="14" clrIdx="0"/>
  <p:cmAuthor id="4" name="姜伟光" initials="姜" lastIdx="1" clrIdx="0"/>
  <p:cmAuthor id="5" name="张 博翀" initials="张" lastIdx="1" clrIdx="1"/>
  <p:cmAuthor id="6" name="lenovo" initials="l" lastIdx="6" clrIdx="2"/>
  <p:cmAuthor id="7" name="Administrator" initials="A" lastIdx="4" clrIdx="3"/>
  <p:cmAuthor id="8" name="赵fenggan" initials="赵fenggan" lastIdx="35" clrIdx="12"/>
  <p:cmAuthor id="9" name="宋洁然" initials="宋" lastIdx="2" clrIdx="1"/>
  <p:cmAuthor id="10" name="ming qiu" initials="m" lastIdx="17" clrIdx="1"/>
  <p:cmAuthor id="12" name="未知用户3" initials="未知用户3" lastIdx="1" clrIdx="6"/>
  <p:cmAuthor id="13" name="liaoshuanghong" initials="l" lastIdx="9" clrIdx="12"/>
  <p:cmAuthor id="14" name="PDC-LEG" initials="PDC" lastIdx="1" clrIdx="13"/>
  <p:cmAuthor id="15" name="wulifang" initials="wlf" lastIdx="1" clrIdx="14"/>
  <p:cmAuthor id="16" name="未知用户11" initials="未知用户11" lastIdx="1" clrIdx="14"/>
  <p:cmAuthor id="17" name="872250788@qq.com" initials="8" lastIdx="16" clrIdx="16"/>
  <p:cmAuthor id="18" name="Zhang Gordon" initials="ZG" lastIdx="4" clrIdx="17"/>
  <p:cmAuthor id="19" name="未知用户5" initials="未知用户5" lastIdx="1" clrIdx="8"/>
  <p:cmAuthor id="20" name="未知用户15" initials="未知用户15" lastIdx="1" clrIdx="18"/>
  <p:cmAuthor id="21" name="未知用户16" initials="未知用户16" lastIdx="1" clrIdx="19"/>
  <p:cmAuthor id="22" name="未知用户17" initials="未知用户17" lastIdx="1" clrIdx="20"/>
  <p:cmAuthor id="23" name="未知用户18" initials="未知用户18" lastIdx="1" clrIdx="21"/>
  <p:cmAuthor id="24" name="未知用户19" initials="未知用户19" lastIdx="1" clrIdx="22"/>
  <p:cmAuthor id="25" name="未知用户20" initials="未知用户20" lastIdx="1" clrIdx="23"/>
  <p:cmAuthor id="26" name="未知用户21" initials="未知用户21" lastIdx="1" clrIdx="24"/>
  <p:cmAuthor id="27" name="未知用户22" initials="未知用户22" lastIdx="1" clrIdx="25"/>
  <p:cmAuthor id="28" name="未知用户23" initials="未知用户23" lastIdx="1" clrIdx="26"/>
  <p:cmAuthor id="29" name="未知用户24" initials="未知用户24" lastIdx="1" clrIdx="27"/>
  <p:cmAuthor id="30" name="未知用户25" initials="未知用户25" lastIdx="1" clrIdx="28"/>
  <p:cmAuthor id="31" name="未知用户26" initials="未知用户26" lastIdx="1" clrIdx="29"/>
  <p:cmAuthor id="75" name="作者" initials="A" lastIdx="0" clrIdx="24"/>
  <p:cmAuthor id="32" name="未知用户27" initials="未知用户27" lastIdx="1" clrIdx="30"/>
  <p:cmAuthor id="33" name="未知用户28" initials="未知用户28" lastIdx="1" clrIdx="31"/>
  <p:cmAuthor id="34" name="未知用户6" initials="未知用户6" lastIdx="1" clrIdx="9"/>
  <p:cmAuthor id="36" name="唐承均" initials="xb21cn" lastIdx="1" clrIdx="36"/>
  <p:cmAuthor id="37" name="刘 铮" initials="刘" lastIdx="4" clrIdx="37"/>
  <p:cmAuthor id="38" name="未知用户33" initials="未知用户33" lastIdx="1" clrIdx="36"/>
  <p:cmAuthor id="39" name="未知用户34" initials="未知用户34" lastIdx="1" clrIdx="37"/>
  <p:cmAuthor id="40" name="未知用户35" initials="未知用户35" lastIdx="1" clrIdx="38"/>
  <p:cmAuthor id="41" name="baoxi" initials="b" lastIdx="1" clrIdx="4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DEE4"/>
    <a:srgbClr val="FFFFFF"/>
    <a:srgbClr val="0C808A"/>
    <a:srgbClr val="00979F"/>
    <a:srgbClr val="00B2BF"/>
    <a:srgbClr val="FA6E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54" autoAdjust="0"/>
    <p:restoredTop sz="94796" autoAdjust="0"/>
  </p:normalViewPr>
  <p:slideViewPr>
    <p:cSldViewPr snapToGrid="0">
      <p:cViewPr varScale="1">
        <p:scale>
          <a:sx n="129" d="100"/>
          <a:sy n="129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93B05-681C-429F-924F-AB19C575018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B9B275-F712-431A-90B6-95DC49C93A8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09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41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effectLst/>
              <a:sym typeface="+mn-ea"/>
            </a:endParaRPr>
          </a:p>
        </p:txBody>
      </p:sp>
      <p:sp>
        <p:nvSpPr>
          <p:cNvPr id="1049411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4AF0C9BB-CE0A-4158-BEE2-5AAFE6AECFB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tags" Target="../tags/tag1.xm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7"/>
          <p:cNvCxnSpPr/>
          <p:nvPr userDrawn="1"/>
        </p:nvCxnSpPr>
        <p:spPr>
          <a:xfrm flipV="1">
            <a:off x="471712" y="1255649"/>
            <a:ext cx="11248575" cy="2898"/>
          </a:xfrm>
          <a:prstGeom prst="line">
            <a:avLst/>
          </a:prstGeom>
          <a:ln w="25400">
            <a:solidFill>
              <a:srgbClr val="0085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标题 15"/>
          <p:cNvSpPr>
            <a:spLocks noGrp="1"/>
          </p:cNvSpPr>
          <p:nvPr>
            <p:ph type="title"/>
          </p:nvPr>
        </p:nvSpPr>
        <p:spPr>
          <a:xfrm>
            <a:off x="471712" y="188038"/>
            <a:ext cx="9281043" cy="590141"/>
          </a:xfrm>
          <a:prstGeom prst="rect">
            <a:avLst/>
          </a:prstGeom>
        </p:spPr>
        <p:txBody>
          <a:bodyPr/>
          <a:lstStyle>
            <a:lvl1pPr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18" name="内容占位符 17"/>
          <p:cNvSpPr>
            <a:spLocks noGrp="1"/>
          </p:cNvSpPr>
          <p:nvPr>
            <p:ph sz="quarter" idx="10"/>
          </p:nvPr>
        </p:nvSpPr>
        <p:spPr>
          <a:xfrm>
            <a:off x="471711" y="856103"/>
            <a:ext cx="9281043" cy="325843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pic>
        <p:nvPicPr>
          <p:cNvPr id="9" name="图片 8" descr="未标题-1-0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14777" y="990368"/>
            <a:ext cx="905510" cy="2171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7"/>
          <p:cNvCxnSpPr/>
          <p:nvPr userDrawn="1"/>
        </p:nvCxnSpPr>
        <p:spPr>
          <a:xfrm flipV="1">
            <a:off x="471712" y="646033"/>
            <a:ext cx="11248575" cy="2898"/>
          </a:xfrm>
          <a:prstGeom prst="line">
            <a:avLst/>
          </a:prstGeom>
          <a:ln w="25400">
            <a:solidFill>
              <a:srgbClr val="0085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标题 15"/>
          <p:cNvSpPr>
            <a:spLocks noGrp="1"/>
          </p:cNvSpPr>
          <p:nvPr>
            <p:ph type="title"/>
          </p:nvPr>
        </p:nvSpPr>
        <p:spPr>
          <a:xfrm>
            <a:off x="471712" y="68292"/>
            <a:ext cx="9281043" cy="590141"/>
          </a:xfrm>
          <a:prstGeom prst="rect">
            <a:avLst/>
          </a:prstGeom>
        </p:spPr>
        <p:txBody>
          <a:bodyPr anchor="ctr"/>
          <a:lstStyle>
            <a:lvl1pPr>
              <a:defRPr lang="zh-CN" altLang="en-US" sz="2400" b="1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pic>
        <p:nvPicPr>
          <p:cNvPr id="4" name="图片 3" descr="未标题-1-0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14777" y="226695"/>
            <a:ext cx="905510" cy="2171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未标题-1-0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14777" y="226695"/>
            <a:ext cx="905510" cy="2171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组合 8"/>
          <p:cNvGrpSpPr/>
          <p:nvPr userDrawn="1"/>
        </p:nvGrpSpPr>
        <p:grpSpPr>
          <a:xfrm>
            <a:off x="10493375" y="412988"/>
            <a:ext cx="1262110" cy="301938"/>
            <a:chOff x="0" y="0"/>
            <a:chExt cx="2524218" cy="603873"/>
          </a:xfrm>
        </p:grpSpPr>
        <p:sp>
          <p:nvSpPr>
            <p:cNvPr id="117" name="任意多边形 9"/>
            <p:cNvSpPr/>
            <p:nvPr/>
          </p:nvSpPr>
          <p:spPr>
            <a:xfrm>
              <a:off x="1346993" y="464488"/>
              <a:ext cx="81080" cy="109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82" h="21600" extrusionOk="0">
                  <a:moveTo>
                    <a:pt x="5883" y="478"/>
                  </a:moveTo>
                  <a:cubicBezTo>
                    <a:pt x="7589" y="205"/>
                    <a:pt x="10104" y="0"/>
                    <a:pt x="12619" y="0"/>
                  </a:cubicBezTo>
                  <a:cubicBezTo>
                    <a:pt x="16211" y="0"/>
                    <a:pt x="18367" y="478"/>
                    <a:pt x="19804" y="1570"/>
                  </a:cubicBezTo>
                  <a:cubicBezTo>
                    <a:pt x="21016" y="2389"/>
                    <a:pt x="21600" y="3651"/>
                    <a:pt x="21106" y="5289"/>
                  </a:cubicBezTo>
                  <a:cubicBezTo>
                    <a:pt x="20522" y="7371"/>
                    <a:pt x="18232" y="9213"/>
                    <a:pt x="15133" y="9930"/>
                  </a:cubicBezTo>
                  <a:lnTo>
                    <a:pt x="15133" y="10032"/>
                  </a:lnTo>
                  <a:cubicBezTo>
                    <a:pt x="17648" y="10476"/>
                    <a:pt x="20298" y="12216"/>
                    <a:pt x="19310" y="15321"/>
                  </a:cubicBezTo>
                  <a:cubicBezTo>
                    <a:pt x="18861" y="17130"/>
                    <a:pt x="17424" y="18495"/>
                    <a:pt x="15717" y="19587"/>
                  </a:cubicBezTo>
                  <a:cubicBezTo>
                    <a:pt x="13427" y="20952"/>
                    <a:pt x="10104" y="21600"/>
                    <a:pt x="5523" y="21600"/>
                  </a:cubicBezTo>
                  <a:cubicBezTo>
                    <a:pt x="3009" y="21600"/>
                    <a:pt x="1212" y="21498"/>
                    <a:pt x="0" y="21327"/>
                  </a:cubicBezTo>
                  <a:lnTo>
                    <a:pt x="5883" y="478"/>
                  </a:lnTo>
                  <a:close/>
                  <a:moveTo>
                    <a:pt x="4086" y="19416"/>
                  </a:moveTo>
                  <a:cubicBezTo>
                    <a:pt x="4805" y="19518"/>
                    <a:pt x="5793" y="19518"/>
                    <a:pt x="7095" y="19518"/>
                  </a:cubicBezTo>
                  <a:cubicBezTo>
                    <a:pt x="10822" y="19518"/>
                    <a:pt x="14505" y="18495"/>
                    <a:pt x="15358" y="15321"/>
                  </a:cubicBezTo>
                  <a:cubicBezTo>
                    <a:pt x="16211" y="12387"/>
                    <a:pt x="13337" y="11227"/>
                    <a:pt x="9385" y="11227"/>
                  </a:cubicBezTo>
                  <a:lnTo>
                    <a:pt x="6377" y="11227"/>
                  </a:lnTo>
                  <a:lnTo>
                    <a:pt x="4086" y="19416"/>
                  </a:lnTo>
                  <a:close/>
                  <a:moveTo>
                    <a:pt x="6960" y="9213"/>
                  </a:moveTo>
                  <a:lnTo>
                    <a:pt x="10194" y="9213"/>
                  </a:lnTo>
                  <a:cubicBezTo>
                    <a:pt x="13921" y="9213"/>
                    <a:pt x="16660" y="7644"/>
                    <a:pt x="17154" y="5562"/>
                  </a:cubicBezTo>
                  <a:cubicBezTo>
                    <a:pt x="17873" y="3105"/>
                    <a:pt x="15717" y="2116"/>
                    <a:pt x="12125" y="2116"/>
                  </a:cubicBezTo>
                  <a:cubicBezTo>
                    <a:pt x="10463" y="2116"/>
                    <a:pt x="9475" y="2184"/>
                    <a:pt x="8891" y="2286"/>
                  </a:cubicBezTo>
                  <a:lnTo>
                    <a:pt x="6960" y="9213"/>
                  </a:lnTo>
                  <a:close/>
                </a:path>
              </a:pathLst>
            </a:custGeom>
            <a:solidFill>
              <a:srgbClr val="00839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914400">
                <a:defRPr sz="3600" b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pPr>
              <a:endParaRPr sz="1800"/>
            </a:p>
          </p:txBody>
        </p:sp>
        <p:sp>
          <p:nvSpPr>
            <p:cNvPr id="118" name="任意多边形 11"/>
            <p:cNvSpPr/>
            <p:nvPr/>
          </p:nvSpPr>
          <p:spPr>
            <a:xfrm>
              <a:off x="1436251" y="494821"/>
              <a:ext cx="70726" cy="796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61" h="21600" extrusionOk="0">
                  <a:moveTo>
                    <a:pt x="3975" y="11410"/>
                  </a:moveTo>
                  <a:cubicBezTo>
                    <a:pt x="2958" y="16435"/>
                    <a:pt x="5767" y="18595"/>
                    <a:pt x="9690" y="18595"/>
                  </a:cubicBezTo>
                  <a:cubicBezTo>
                    <a:pt x="12499" y="18595"/>
                    <a:pt x="14339" y="18078"/>
                    <a:pt x="15889" y="17562"/>
                  </a:cubicBezTo>
                  <a:lnTo>
                    <a:pt x="15986" y="20191"/>
                  </a:lnTo>
                  <a:cubicBezTo>
                    <a:pt x="14436" y="20849"/>
                    <a:pt x="11869" y="21600"/>
                    <a:pt x="8527" y="21600"/>
                  </a:cubicBezTo>
                  <a:cubicBezTo>
                    <a:pt x="1892" y="21600"/>
                    <a:pt x="-1062" y="17327"/>
                    <a:pt x="342" y="11176"/>
                  </a:cubicBezTo>
                  <a:cubicBezTo>
                    <a:pt x="1795" y="4930"/>
                    <a:pt x="6832" y="0"/>
                    <a:pt x="13031" y="0"/>
                  </a:cubicBezTo>
                  <a:cubicBezTo>
                    <a:pt x="20005" y="0"/>
                    <a:pt x="20538" y="5917"/>
                    <a:pt x="19618" y="9673"/>
                  </a:cubicBezTo>
                  <a:cubicBezTo>
                    <a:pt x="19473" y="10424"/>
                    <a:pt x="19230" y="11035"/>
                    <a:pt x="19085" y="11410"/>
                  </a:cubicBezTo>
                  <a:lnTo>
                    <a:pt x="3975" y="11410"/>
                  </a:lnTo>
                  <a:close/>
                  <a:moveTo>
                    <a:pt x="16131" y="8781"/>
                  </a:moveTo>
                  <a:cubicBezTo>
                    <a:pt x="16664" y="6433"/>
                    <a:pt x="16518" y="2677"/>
                    <a:pt x="12111" y="2677"/>
                  </a:cubicBezTo>
                  <a:cubicBezTo>
                    <a:pt x="8140" y="2677"/>
                    <a:pt x="5670" y="6151"/>
                    <a:pt x="4750" y="8781"/>
                  </a:cubicBezTo>
                  <a:lnTo>
                    <a:pt x="16131" y="8781"/>
                  </a:lnTo>
                  <a:close/>
                </a:path>
              </a:pathLst>
            </a:custGeom>
            <a:solidFill>
              <a:srgbClr val="00839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914400">
                <a:defRPr sz="3600" b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pPr>
              <a:endParaRPr sz="1800"/>
            </a:p>
          </p:txBody>
        </p:sp>
        <p:sp>
          <p:nvSpPr>
            <p:cNvPr id="119" name="任意多边形 12"/>
            <p:cNvSpPr/>
            <p:nvPr/>
          </p:nvSpPr>
          <p:spPr>
            <a:xfrm>
              <a:off x="1515254" y="477531"/>
              <a:ext cx="47427" cy="959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504" y="0"/>
                  </a:moveTo>
                  <a:lnTo>
                    <a:pt x="12632" y="4120"/>
                  </a:lnTo>
                  <a:lnTo>
                    <a:pt x="21600" y="4120"/>
                  </a:lnTo>
                  <a:lnTo>
                    <a:pt x="20586" y="6468"/>
                  </a:lnTo>
                  <a:lnTo>
                    <a:pt x="11619" y="6468"/>
                  </a:lnTo>
                  <a:lnTo>
                    <a:pt x="7486" y="15709"/>
                  </a:lnTo>
                  <a:cubicBezTo>
                    <a:pt x="6394" y="17904"/>
                    <a:pt x="7252" y="19020"/>
                    <a:pt x="10761" y="19020"/>
                  </a:cubicBezTo>
                  <a:cubicBezTo>
                    <a:pt x="12477" y="19020"/>
                    <a:pt x="13490" y="18905"/>
                    <a:pt x="14504" y="18828"/>
                  </a:cubicBezTo>
                  <a:lnTo>
                    <a:pt x="13724" y="21176"/>
                  </a:lnTo>
                  <a:cubicBezTo>
                    <a:pt x="12477" y="21369"/>
                    <a:pt x="10371" y="21600"/>
                    <a:pt x="7876" y="21600"/>
                  </a:cubicBezTo>
                  <a:cubicBezTo>
                    <a:pt x="4991" y="21600"/>
                    <a:pt x="2885" y="21061"/>
                    <a:pt x="1638" y="20252"/>
                  </a:cubicBezTo>
                  <a:cubicBezTo>
                    <a:pt x="390" y="19328"/>
                    <a:pt x="390" y="17788"/>
                    <a:pt x="1248" y="15709"/>
                  </a:cubicBezTo>
                  <a:lnTo>
                    <a:pt x="5381" y="6391"/>
                  </a:lnTo>
                  <a:lnTo>
                    <a:pt x="0" y="6391"/>
                  </a:lnTo>
                  <a:lnTo>
                    <a:pt x="1014" y="4004"/>
                  </a:lnTo>
                  <a:lnTo>
                    <a:pt x="6394" y="4004"/>
                  </a:lnTo>
                  <a:lnTo>
                    <a:pt x="7876" y="809"/>
                  </a:lnTo>
                  <a:lnTo>
                    <a:pt x="14504" y="0"/>
                  </a:lnTo>
                </a:path>
              </a:pathLst>
            </a:custGeom>
            <a:solidFill>
              <a:srgbClr val="00839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914400">
                <a:defRPr sz="3600" b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pPr>
              <a:endParaRPr sz="1800"/>
            </a:p>
          </p:txBody>
        </p:sp>
        <p:sp>
          <p:nvSpPr>
            <p:cNvPr id="120" name="任意多边形 13"/>
            <p:cNvSpPr/>
            <p:nvPr/>
          </p:nvSpPr>
          <p:spPr>
            <a:xfrm>
              <a:off x="1569825" y="477531"/>
              <a:ext cx="47427" cy="959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504" y="0"/>
                  </a:moveTo>
                  <a:lnTo>
                    <a:pt x="12632" y="4120"/>
                  </a:lnTo>
                  <a:lnTo>
                    <a:pt x="21600" y="4120"/>
                  </a:lnTo>
                  <a:lnTo>
                    <a:pt x="20586" y="6468"/>
                  </a:lnTo>
                  <a:lnTo>
                    <a:pt x="11619" y="6468"/>
                  </a:lnTo>
                  <a:lnTo>
                    <a:pt x="7486" y="15709"/>
                  </a:lnTo>
                  <a:cubicBezTo>
                    <a:pt x="6394" y="17904"/>
                    <a:pt x="7252" y="19020"/>
                    <a:pt x="10761" y="19020"/>
                  </a:cubicBezTo>
                  <a:cubicBezTo>
                    <a:pt x="12477" y="19020"/>
                    <a:pt x="13490" y="18905"/>
                    <a:pt x="14504" y="18828"/>
                  </a:cubicBezTo>
                  <a:lnTo>
                    <a:pt x="13724" y="21176"/>
                  </a:lnTo>
                  <a:cubicBezTo>
                    <a:pt x="12477" y="21369"/>
                    <a:pt x="10371" y="21600"/>
                    <a:pt x="7876" y="21600"/>
                  </a:cubicBezTo>
                  <a:cubicBezTo>
                    <a:pt x="4991" y="21600"/>
                    <a:pt x="2885" y="21061"/>
                    <a:pt x="1638" y="20252"/>
                  </a:cubicBezTo>
                  <a:cubicBezTo>
                    <a:pt x="390" y="19328"/>
                    <a:pt x="390" y="17788"/>
                    <a:pt x="1248" y="15709"/>
                  </a:cubicBezTo>
                  <a:lnTo>
                    <a:pt x="5381" y="6391"/>
                  </a:lnTo>
                  <a:lnTo>
                    <a:pt x="0" y="6391"/>
                  </a:lnTo>
                  <a:lnTo>
                    <a:pt x="1014" y="4004"/>
                  </a:lnTo>
                  <a:lnTo>
                    <a:pt x="6394" y="4004"/>
                  </a:lnTo>
                  <a:lnTo>
                    <a:pt x="7876" y="809"/>
                  </a:lnTo>
                  <a:lnTo>
                    <a:pt x="14504" y="0"/>
                  </a:lnTo>
                </a:path>
              </a:pathLst>
            </a:custGeom>
            <a:solidFill>
              <a:srgbClr val="00839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914400">
                <a:defRPr sz="3600" b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pPr>
              <a:endParaRPr sz="1800"/>
            </a:p>
          </p:txBody>
        </p:sp>
        <p:sp>
          <p:nvSpPr>
            <p:cNvPr id="121" name="任意多边形 14"/>
            <p:cNvSpPr/>
            <p:nvPr/>
          </p:nvSpPr>
          <p:spPr>
            <a:xfrm>
              <a:off x="1619670" y="494821"/>
              <a:ext cx="70726" cy="796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61" h="21600" extrusionOk="0">
                  <a:moveTo>
                    <a:pt x="3975" y="11410"/>
                  </a:moveTo>
                  <a:cubicBezTo>
                    <a:pt x="2958" y="16576"/>
                    <a:pt x="5767" y="18595"/>
                    <a:pt x="9690" y="18595"/>
                  </a:cubicBezTo>
                  <a:cubicBezTo>
                    <a:pt x="12499" y="18595"/>
                    <a:pt x="14339" y="18078"/>
                    <a:pt x="15889" y="17562"/>
                  </a:cubicBezTo>
                  <a:lnTo>
                    <a:pt x="15986" y="20191"/>
                  </a:lnTo>
                  <a:cubicBezTo>
                    <a:pt x="14436" y="20849"/>
                    <a:pt x="11869" y="21600"/>
                    <a:pt x="8527" y="21600"/>
                  </a:cubicBezTo>
                  <a:cubicBezTo>
                    <a:pt x="1892" y="21600"/>
                    <a:pt x="-1062" y="17327"/>
                    <a:pt x="342" y="11176"/>
                  </a:cubicBezTo>
                  <a:cubicBezTo>
                    <a:pt x="1795" y="4930"/>
                    <a:pt x="6832" y="0"/>
                    <a:pt x="13031" y="0"/>
                  </a:cubicBezTo>
                  <a:cubicBezTo>
                    <a:pt x="20005" y="0"/>
                    <a:pt x="20538" y="5917"/>
                    <a:pt x="19618" y="9814"/>
                  </a:cubicBezTo>
                  <a:cubicBezTo>
                    <a:pt x="19473" y="10565"/>
                    <a:pt x="19230" y="11176"/>
                    <a:pt x="19085" y="11551"/>
                  </a:cubicBezTo>
                  <a:lnTo>
                    <a:pt x="3975" y="11410"/>
                  </a:lnTo>
                  <a:close/>
                  <a:moveTo>
                    <a:pt x="15986" y="8781"/>
                  </a:moveTo>
                  <a:cubicBezTo>
                    <a:pt x="16664" y="6433"/>
                    <a:pt x="16373" y="2677"/>
                    <a:pt x="12014" y="2677"/>
                  </a:cubicBezTo>
                  <a:cubicBezTo>
                    <a:pt x="7995" y="2677"/>
                    <a:pt x="5525" y="6151"/>
                    <a:pt x="4604" y="8781"/>
                  </a:cubicBezTo>
                  <a:lnTo>
                    <a:pt x="15986" y="8781"/>
                  </a:lnTo>
                  <a:close/>
                </a:path>
              </a:pathLst>
            </a:custGeom>
            <a:solidFill>
              <a:srgbClr val="00839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914400">
                <a:defRPr sz="3600" b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pPr>
              <a:endParaRPr sz="1800"/>
            </a:p>
          </p:txBody>
        </p:sp>
        <p:sp>
          <p:nvSpPr>
            <p:cNvPr id="122" name="任意多边形 15"/>
            <p:cNvSpPr/>
            <p:nvPr/>
          </p:nvSpPr>
          <p:spPr>
            <a:xfrm>
              <a:off x="1699279" y="494821"/>
              <a:ext cx="54399" cy="786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594" y="7090"/>
                  </a:moveTo>
                  <a:cubicBezTo>
                    <a:pt x="5349" y="4537"/>
                    <a:pt x="6034" y="2411"/>
                    <a:pt x="6446" y="520"/>
                  </a:cubicBezTo>
                  <a:lnTo>
                    <a:pt x="11177" y="520"/>
                  </a:lnTo>
                  <a:lnTo>
                    <a:pt x="10080" y="4679"/>
                  </a:lnTo>
                  <a:lnTo>
                    <a:pt x="10286" y="4679"/>
                  </a:lnTo>
                  <a:cubicBezTo>
                    <a:pt x="12480" y="1749"/>
                    <a:pt x="16457" y="0"/>
                    <a:pt x="20160" y="0"/>
                  </a:cubicBezTo>
                  <a:cubicBezTo>
                    <a:pt x="20709" y="0"/>
                    <a:pt x="21051" y="0"/>
                    <a:pt x="21600" y="142"/>
                  </a:cubicBezTo>
                  <a:lnTo>
                    <a:pt x="20503" y="3687"/>
                  </a:lnTo>
                  <a:cubicBezTo>
                    <a:pt x="19954" y="3687"/>
                    <a:pt x="19406" y="3545"/>
                    <a:pt x="18720" y="3545"/>
                  </a:cubicBezTo>
                  <a:cubicBezTo>
                    <a:pt x="14811" y="3545"/>
                    <a:pt x="11383" y="5577"/>
                    <a:pt x="9737" y="8460"/>
                  </a:cubicBezTo>
                  <a:cubicBezTo>
                    <a:pt x="9326" y="8980"/>
                    <a:pt x="9189" y="9595"/>
                    <a:pt x="8983" y="10351"/>
                  </a:cubicBezTo>
                  <a:lnTo>
                    <a:pt x="5486" y="21600"/>
                  </a:lnTo>
                  <a:lnTo>
                    <a:pt x="0" y="21600"/>
                  </a:lnTo>
                  <a:lnTo>
                    <a:pt x="4594" y="7090"/>
                  </a:lnTo>
                </a:path>
              </a:pathLst>
            </a:custGeom>
            <a:solidFill>
              <a:srgbClr val="00839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914400">
                <a:defRPr sz="3600" b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pPr>
              <a:endParaRPr sz="1800"/>
            </a:p>
          </p:txBody>
        </p:sp>
        <p:sp>
          <p:nvSpPr>
            <p:cNvPr id="123" name="任意多边形 16"/>
            <p:cNvSpPr/>
            <p:nvPr/>
          </p:nvSpPr>
          <p:spPr>
            <a:xfrm>
              <a:off x="1784167" y="463882"/>
              <a:ext cx="81079" cy="109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694" y="11477"/>
                  </a:moveTo>
                  <a:lnTo>
                    <a:pt x="6618" y="11477"/>
                  </a:lnTo>
                  <a:lnTo>
                    <a:pt x="4320" y="19230"/>
                  </a:lnTo>
                  <a:lnTo>
                    <a:pt x="16683" y="19230"/>
                  </a:lnTo>
                  <a:lnTo>
                    <a:pt x="15947" y="21600"/>
                  </a:lnTo>
                  <a:lnTo>
                    <a:pt x="0" y="21600"/>
                  </a:lnTo>
                  <a:lnTo>
                    <a:pt x="6250" y="0"/>
                  </a:lnTo>
                  <a:lnTo>
                    <a:pt x="21600" y="0"/>
                  </a:lnTo>
                  <a:lnTo>
                    <a:pt x="21003" y="2336"/>
                  </a:lnTo>
                  <a:lnTo>
                    <a:pt x="9191" y="2336"/>
                  </a:lnTo>
                  <a:lnTo>
                    <a:pt x="7261" y="9107"/>
                  </a:lnTo>
                  <a:lnTo>
                    <a:pt x="18291" y="9107"/>
                  </a:lnTo>
                  <a:lnTo>
                    <a:pt x="17694" y="11477"/>
                  </a:lnTo>
                </a:path>
              </a:pathLst>
            </a:custGeom>
            <a:solidFill>
              <a:srgbClr val="00839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914400">
                <a:defRPr sz="3600" b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pPr>
              <a:endParaRPr sz="1800"/>
            </a:p>
          </p:txBody>
        </p:sp>
        <p:sp>
          <p:nvSpPr>
            <p:cNvPr id="124" name="任意多边形 17"/>
            <p:cNvSpPr/>
            <p:nvPr/>
          </p:nvSpPr>
          <p:spPr>
            <a:xfrm>
              <a:off x="1865417" y="494821"/>
              <a:ext cx="74107" cy="796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732" y="0"/>
                  </a:moveTo>
                  <a:lnTo>
                    <a:pt x="11174" y="7936"/>
                  </a:lnTo>
                  <a:lnTo>
                    <a:pt x="17559" y="0"/>
                  </a:lnTo>
                  <a:lnTo>
                    <a:pt x="21600" y="0"/>
                  </a:lnTo>
                  <a:lnTo>
                    <a:pt x="12671" y="11035"/>
                  </a:lnTo>
                  <a:lnTo>
                    <a:pt x="17310" y="21600"/>
                  </a:lnTo>
                  <a:lnTo>
                    <a:pt x="13569" y="21600"/>
                  </a:lnTo>
                  <a:lnTo>
                    <a:pt x="10276" y="13946"/>
                  </a:lnTo>
                  <a:lnTo>
                    <a:pt x="3991" y="21600"/>
                  </a:lnTo>
                  <a:lnTo>
                    <a:pt x="0" y="21600"/>
                  </a:lnTo>
                  <a:lnTo>
                    <a:pt x="8780" y="10800"/>
                  </a:lnTo>
                  <a:lnTo>
                    <a:pt x="3991" y="0"/>
                  </a:lnTo>
                  <a:lnTo>
                    <a:pt x="7732" y="0"/>
                  </a:lnTo>
                </a:path>
              </a:pathLst>
            </a:custGeom>
            <a:solidFill>
              <a:srgbClr val="00839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914400">
                <a:defRPr sz="3600" b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pPr>
              <a:endParaRPr sz="1800"/>
            </a:p>
          </p:txBody>
        </p:sp>
        <p:sp>
          <p:nvSpPr>
            <p:cNvPr id="125" name="任意多边形 18"/>
            <p:cNvSpPr/>
            <p:nvPr/>
          </p:nvSpPr>
          <p:spPr>
            <a:xfrm>
              <a:off x="1939695" y="494821"/>
              <a:ext cx="89094" cy="109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14" h="21600" extrusionOk="0">
                  <a:moveTo>
                    <a:pt x="4224" y="5187"/>
                  </a:moveTo>
                  <a:cubicBezTo>
                    <a:pt x="4782" y="3276"/>
                    <a:pt x="5101" y="1740"/>
                    <a:pt x="5420" y="273"/>
                  </a:cubicBezTo>
                  <a:lnTo>
                    <a:pt x="8289" y="273"/>
                  </a:lnTo>
                  <a:lnTo>
                    <a:pt x="7731" y="2935"/>
                  </a:lnTo>
                  <a:lnTo>
                    <a:pt x="7851" y="2935"/>
                  </a:lnTo>
                  <a:cubicBezTo>
                    <a:pt x="9684" y="990"/>
                    <a:pt x="11996" y="0"/>
                    <a:pt x="14865" y="0"/>
                  </a:cubicBezTo>
                  <a:cubicBezTo>
                    <a:pt x="19249" y="0"/>
                    <a:pt x="21600" y="3105"/>
                    <a:pt x="20404" y="7644"/>
                  </a:cubicBezTo>
                  <a:cubicBezTo>
                    <a:pt x="19010" y="13137"/>
                    <a:pt x="14466" y="15765"/>
                    <a:pt x="10322" y="15765"/>
                  </a:cubicBezTo>
                  <a:cubicBezTo>
                    <a:pt x="7970" y="15765"/>
                    <a:pt x="6137" y="14844"/>
                    <a:pt x="5420" y="13410"/>
                  </a:cubicBezTo>
                  <a:lnTo>
                    <a:pt x="5300" y="13410"/>
                  </a:lnTo>
                  <a:lnTo>
                    <a:pt x="3188" y="21600"/>
                  </a:lnTo>
                  <a:lnTo>
                    <a:pt x="0" y="21600"/>
                  </a:lnTo>
                  <a:lnTo>
                    <a:pt x="4224" y="5187"/>
                  </a:lnTo>
                  <a:close/>
                  <a:moveTo>
                    <a:pt x="6376" y="9213"/>
                  </a:moveTo>
                  <a:cubicBezTo>
                    <a:pt x="6257" y="9555"/>
                    <a:pt x="6137" y="10032"/>
                    <a:pt x="6257" y="10305"/>
                  </a:cubicBezTo>
                  <a:cubicBezTo>
                    <a:pt x="6376" y="12216"/>
                    <a:pt x="7970" y="13479"/>
                    <a:pt x="10202" y="13479"/>
                  </a:cubicBezTo>
                  <a:cubicBezTo>
                    <a:pt x="13590" y="13479"/>
                    <a:pt x="16140" y="11124"/>
                    <a:pt x="17097" y="7644"/>
                  </a:cubicBezTo>
                  <a:cubicBezTo>
                    <a:pt x="17854" y="4641"/>
                    <a:pt x="16698" y="2013"/>
                    <a:pt x="13271" y="2013"/>
                  </a:cubicBezTo>
                  <a:cubicBezTo>
                    <a:pt x="11039" y="2013"/>
                    <a:pt x="8688" y="3276"/>
                    <a:pt x="7532" y="5391"/>
                  </a:cubicBezTo>
                  <a:cubicBezTo>
                    <a:pt x="7333" y="5733"/>
                    <a:pt x="7094" y="6210"/>
                    <a:pt x="7094" y="6483"/>
                  </a:cubicBezTo>
                  <a:lnTo>
                    <a:pt x="6376" y="9213"/>
                  </a:lnTo>
                  <a:close/>
                </a:path>
              </a:pathLst>
            </a:custGeom>
            <a:solidFill>
              <a:srgbClr val="00839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914400">
                <a:defRPr sz="3600" b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pPr>
              <a:endParaRPr sz="1800"/>
            </a:p>
          </p:txBody>
        </p:sp>
        <p:sp>
          <p:nvSpPr>
            <p:cNvPr id="126" name="任意多边形 19"/>
            <p:cNvSpPr/>
            <p:nvPr/>
          </p:nvSpPr>
          <p:spPr>
            <a:xfrm>
              <a:off x="2037426" y="494821"/>
              <a:ext cx="70447" cy="796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62" h="21600" extrusionOk="0">
                  <a:moveTo>
                    <a:pt x="3975" y="11410"/>
                  </a:moveTo>
                  <a:cubicBezTo>
                    <a:pt x="2958" y="16576"/>
                    <a:pt x="5767" y="18595"/>
                    <a:pt x="9641" y="18595"/>
                  </a:cubicBezTo>
                  <a:cubicBezTo>
                    <a:pt x="12499" y="18595"/>
                    <a:pt x="14339" y="18078"/>
                    <a:pt x="15889" y="17562"/>
                  </a:cubicBezTo>
                  <a:lnTo>
                    <a:pt x="15986" y="20191"/>
                  </a:lnTo>
                  <a:cubicBezTo>
                    <a:pt x="14436" y="20849"/>
                    <a:pt x="11869" y="21600"/>
                    <a:pt x="8479" y="21600"/>
                  </a:cubicBezTo>
                  <a:cubicBezTo>
                    <a:pt x="1892" y="21600"/>
                    <a:pt x="-1062" y="17327"/>
                    <a:pt x="342" y="11176"/>
                  </a:cubicBezTo>
                  <a:cubicBezTo>
                    <a:pt x="1795" y="4930"/>
                    <a:pt x="6832" y="0"/>
                    <a:pt x="13031" y="0"/>
                  </a:cubicBezTo>
                  <a:cubicBezTo>
                    <a:pt x="20005" y="0"/>
                    <a:pt x="20538" y="5917"/>
                    <a:pt x="19618" y="9814"/>
                  </a:cubicBezTo>
                  <a:cubicBezTo>
                    <a:pt x="19473" y="10565"/>
                    <a:pt x="19230" y="11176"/>
                    <a:pt x="19085" y="11551"/>
                  </a:cubicBezTo>
                  <a:lnTo>
                    <a:pt x="3975" y="11410"/>
                  </a:lnTo>
                  <a:close/>
                  <a:moveTo>
                    <a:pt x="15986" y="8781"/>
                  </a:moveTo>
                  <a:cubicBezTo>
                    <a:pt x="16664" y="6433"/>
                    <a:pt x="16373" y="2677"/>
                    <a:pt x="12014" y="2677"/>
                  </a:cubicBezTo>
                  <a:cubicBezTo>
                    <a:pt x="7995" y="2677"/>
                    <a:pt x="5525" y="6151"/>
                    <a:pt x="4604" y="8781"/>
                  </a:cubicBezTo>
                  <a:lnTo>
                    <a:pt x="15986" y="8781"/>
                  </a:lnTo>
                  <a:close/>
                </a:path>
              </a:pathLst>
            </a:custGeom>
            <a:solidFill>
              <a:srgbClr val="00839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914400">
                <a:defRPr sz="3600" b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pPr>
              <a:endParaRPr sz="1800"/>
            </a:p>
          </p:txBody>
        </p:sp>
        <p:sp>
          <p:nvSpPr>
            <p:cNvPr id="127" name="任意多边形 21"/>
            <p:cNvSpPr/>
            <p:nvPr/>
          </p:nvSpPr>
          <p:spPr>
            <a:xfrm>
              <a:off x="2116141" y="494214"/>
              <a:ext cx="54400" cy="786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580" y="7153"/>
                  </a:moveTo>
                  <a:cubicBezTo>
                    <a:pt x="5332" y="4659"/>
                    <a:pt x="6084" y="2494"/>
                    <a:pt x="6425" y="471"/>
                  </a:cubicBezTo>
                  <a:lnTo>
                    <a:pt x="11142" y="471"/>
                  </a:lnTo>
                  <a:lnTo>
                    <a:pt x="10048" y="4659"/>
                  </a:lnTo>
                  <a:lnTo>
                    <a:pt x="10253" y="4659"/>
                  </a:lnTo>
                  <a:cubicBezTo>
                    <a:pt x="12441" y="1741"/>
                    <a:pt x="16473" y="0"/>
                    <a:pt x="20096" y="0"/>
                  </a:cubicBezTo>
                  <a:cubicBezTo>
                    <a:pt x="20643" y="0"/>
                    <a:pt x="20985" y="0"/>
                    <a:pt x="21600" y="94"/>
                  </a:cubicBezTo>
                  <a:lnTo>
                    <a:pt x="20438" y="3624"/>
                  </a:lnTo>
                  <a:cubicBezTo>
                    <a:pt x="19891" y="3624"/>
                    <a:pt x="19344" y="3529"/>
                    <a:pt x="18661" y="3529"/>
                  </a:cubicBezTo>
                  <a:cubicBezTo>
                    <a:pt x="14833" y="3529"/>
                    <a:pt x="11347" y="5506"/>
                    <a:pt x="9706" y="8424"/>
                  </a:cubicBezTo>
                  <a:cubicBezTo>
                    <a:pt x="9365" y="9035"/>
                    <a:pt x="9159" y="9553"/>
                    <a:pt x="8954" y="10306"/>
                  </a:cubicBezTo>
                  <a:lnTo>
                    <a:pt x="5537" y="21600"/>
                  </a:lnTo>
                  <a:lnTo>
                    <a:pt x="0" y="21600"/>
                  </a:lnTo>
                  <a:lnTo>
                    <a:pt x="4580" y="7153"/>
                  </a:lnTo>
                </a:path>
              </a:pathLst>
            </a:custGeom>
            <a:solidFill>
              <a:srgbClr val="00839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914400">
                <a:defRPr sz="3600" b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pPr>
              <a:endParaRPr sz="1800"/>
            </a:p>
          </p:txBody>
        </p:sp>
        <p:sp>
          <p:nvSpPr>
            <p:cNvPr id="128" name="任意多边形 22"/>
            <p:cNvSpPr/>
            <p:nvPr/>
          </p:nvSpPr>
          <p:spPr>
            <a:xfrm>
              <a:off x="2170712" y="463882"/>
              <a:ext cx="37050" cy="1105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13" h="21600" extrusionOk="0">
                  <a:moveTo>
                    <a:pt x="0" y="21600"/>
                  </a:moveTo>
                  <a:lnTo>
                    <a:pt x="9676" y="6369"/>
                  </a:lnTo>
                  <a:lnTo>
                    <a:pt x="17495" y="6369"/>
                  </a:lnTo>
                  <a:lnTo>
                    <a:pt x="7819" y="21600"/>
                  </a:lnTo>
                  <a:lnTo>
                    <a:pt x="0" y="21600"/>
                  </a:lnTo>
                  <a:close/>
                  <a:moveTo>
                    <a:pt x="14856" y="3606"/>
                  </a:moveTo>
                  <a:cubicBezTo>
                    <a:pt x="12022" y="3606"/>
                    <a:pt x="10458" y="2797"/>
                    <a:pt x="10947" y="1786"/>
                  </a:cubicBezTo>
                  <a:cubicBezTo>
                    <a:pt x="11435" y="809"/>
                    <a:pt x="14074" y="0"/>
                    <a:pt x="17202" y="0"/>
                  </a:cubicBezTo>
                  <a:cubicBezTo>
                    <a:pt x="20329" y="0"/>
                    <a:pt x="21600" y="809"/>
                    <a:pt x="21111" y="1786"/>
                  </a:cubicBezTo>
                  <a:cubicBezTo>
                    <a:pt x="20623" y="2797"/>
                    <a:pt x="18277" y="3606"/>
                    <a:pt x="14856" y="3606"/>
                  </a:cubicBezTo>
                  <a:close/>
                </a:path>
              </a:pathLst>
            </a:custGeom>
            <a:solidFill>
              <a:srgbClr val="00839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914400">
                <a:defRPr sz="3600" b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pPr>
              <a:endParaRPr sz="1800"/>
            </a:p>
          </p:txBody>
        </p:sp>
        <p:sp>
          <p:nvSpPr>
            <p:cNvPr id="129" name="任意多边形 23"/>
            <p:cNvSpPr/>
            <p:nvPr/>
          </p:nvSpPr>
          <p:spPr>
            <a:xfrm>
              <a:off x="2210855" y="494821"/>
              <a:ext cx="70727" cy="796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62" h="21600" extrusionOk="0">
                  <a:moveTo>
                    <a:pt x="3975" y="11410"/>
                  </a:moveTo>
                  <a:cubicBezTo>
                    <a:pt x="2958" y="16435"/>
                    <a:pt x="5767" y="18595"/>
                    <a:pt x="9641" y="18595"/>
                  </a:cubicBezTo>
                  <a:cubicBezTo>
                    <a:pt x="12499" y="18595"/>
                    <a:pt x="14290" y="18078"/>
                    <a:pt x="15889" y="17562"/>
                  </a:cubicBezTo>
                  <a:lnTo>
                    <a:pt x="15986" y="20191"/>
                  </a:lnTo>
                  <a:cubicBezTo>
                    <a:pt x="14436" y="20849"/>
                    <a:pt x="11869" y="21600"/>
                    <a:pt x="8479" y="21600"/>
                  </a:cubicBezTo>
                  <a:cubicBezTo>
                    <a:pt x="1892" y="21600"/>
                    <a:pt x="-1062" y="17327"/>
                    <a:pt x="342" y="11176"/>
                  </a:cubicBezTo>
                  <a:cubicBezTo>
                    <a:pt x="1747" y="4930"/>
                    <a:pt x="6832" y="0"/>
                    <a:pt x="13031" y="0"/>
                  </a:cubicBezTo>
                  <a:cubicBezTo>
                    <a:pt x="20005" y="0"/>
                    <a:pt x="20538" y="5917"/>
                    <a:pt x="19618" y="9814"/>
                  </a:cubicBezTo>
                  <a:cubicBezTo>
                    <a:pt x="19473" y="10565"/>
                    <a:pt x="19230" y="11176"/>
                    <a:pt x="19085" y="11551"/>
                  </a:cubicBezTo>
                  <a:lnTo>
                    <a:pt x="3975" y="11410"/>
                  </a:lnTo>
                  <a:close/>
                  <a:moveTo>
                    <a:pt x="16131" y="8781"/>
                  </a:moveTo>
                  <a:cubicBezTo>
                    <a:pt x="16760" y="6433"/>
                    <a:pt x="16518" y="2677"/>
                    <a:pt x="12111" y="2677"/>
                  </a:cubicBezTo>
                  <a:cubicBezTo>
                    <a:pt x="8091" y="2677"/>
                    <a:pt x="5670" y="6151"/>
                    <a:pt x="4750" y="8781"/>
                  </a:cubicBezTo>
                  <a:lnTo>
                    <a:pt x="16131" y="8781"/>
                  </a:lnTo>
                  <a:close/>
                </a:path>
              </a:pathLst>
            </a:custGeom>
            <a:solidFill>
              <a:srgbClr val="00839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914400">
                <a:defRPr sz="3600" b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pPr>
              <a:endParaRPr sz="1800"/>
            </a:p>
          </p:txBody>
        </p:sp>
        <p:sp>
          <p:nvSpPr>
            <p:cNvPr id="130" name="任意多边形 24"/>
            <p:cNvSpPr/>
            <p:nvPr/>
          </p:nvSpPr>
          <p:spPr>
            <a:xfrm>
              <a:off x="2290465" y="494821"/>
              <a:ext cx="76404" cy="796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55" h="21600" extrusionOk="0">
                  <a:moveTo>
                    <a:pt x="3033" y="6151"/>
                  </a:moveTo>
                  <a:cubicBezTo>
                    <a:pt x="3539" y="3897"/>
                    <a:pt x="3906" y="2160"/>
                    <a:pt x="4136" y="376"/>
                  </a:cubicBezTo>
                  <a:lnTo>
                    <a:pt x="7491" y="376"/>
                  </a:lnTo>
                  <a:lnTo>
                    <a:pt x="6986" y="3897"/>
                  </a:lnTo>
                  <a:lnTo>
                    <a:pt x="7123" y="3897"/>
                  </a:lnTo>
                  <a:cubicBezTo>
                    <a:pt x="8594" y="1878"/>
                    <a:pt x="11260" y="0"/>
                    <a:pt x="14706" y="0"/>
                  </a:cubicBezTo>
                  <a:cubicBezTo>
                    <a:pt x="17510" y="0"/>
                    <a:pt x="21600" y="1784"/>
                    <a:pt x="19991" y="9063"/>
                  </a:cubicBezTo>
                  <a:lnTo>
                    <a:pt x="17280" y="21600"/>
                  </a:lnTo>
                  <a:lnTo>
                    <a:pt x="13603" y="21600"/>
                  </a:lnTo>
                  <a:lnTo>
                    <a:pt x="16177" y="9438"/>
                  </a:lnTo>
                  <a:cubicBezTo>
                    <a:pt x="16912" y="6057"/>
                    <a:pt x="16315" y="3146"/>
                    <a:pt x="12730" y="3146"/>
                  </a:cubicBezTo>
                  <a:cubicBezTo>
                    <a:pt x="10294" y="3146"/>
                    <a:pt x="8089" y="4930"/>
                    <a:pt x="6986" y="7043"/>
                  </a:cubicBezTo>
                  <a:cubicBezTo>
                    <a:pt x="6756" y="7560"/>
                    <a:pt x="6480" y="8170"/>
                    <a:pt x="6388" y="8781"/>
                  </a:cubicBezTo>
                  <a:lnTo>
                    <a:pt x="3677" y="21459"/>
                  </a:lnTo>
                  <a:lnTo>
                    <a:pt x="0" y="21459"/>
                  </a:lnTo>
                  <a:lnTo>
                    <a:pt x="3033" y="6151"/>
                  </a:lnTo>
                </a:path>
              </a:pathLst>
            </a:custGeom>
            <a:solidFill>
              <a:srgbClr val="00839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914400">
                <a:defRPr sz="3600" b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pPr>
              <a:endParaRPr sz="1800"/>
            </a:p>
          </p:txBody>
        </p:sp>
        <p:sp>
          <p:nvSpPr>
            <p:cNvPr id="131" name="任意多边形 25"/>
            <p:cNvSpPr/>
            <p:nvPr/>
          </p:nvSpPr>
          <p:spPr>
            <a:xfrm>
              <a:off x="2381708" y="494821"/>
              <a:ext cx="69267" cy="796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40" h="21600" extrusionOk="0">
                  <a:moveTo>
                    <a:pt x="15736" y="20332"/>
                  </a:moveTo>
                  <a:cubicBezTo>
                    <a:pt x="14521" y="20849"/>
                    <a:pt x="11942" y="21600"/>
                    <a:pt x="9008" y="21600"/>
                  </a:cubicBezTo>
                  <a:cubicBezTo>
                    <a:pt x="2229" y="21600"/>
                    <a:pt x="-1160" y="17327"/>
                    <a:pt x="358" y="11035"/>
                  </a:cubicBezTo>
                  <a:cubicBezTo>
                    <a:pt x="1825" y="4649"/>
                    <a:pt x="7794" y="0"/>
                    <a:pt x="15078" y="0"/>
                  </a:cubicBezTo>
                  <a:cubicBezTo>
                    <a:pt x="17506" y="0"/>
                    <a:pt x="19529" y="517"/>
                    <a:pt x="20440" y="1127"/>
                  </a:cubicBezTo>
                  <a:lnTo>
                    <a:pt x="18821" y="4038"/>
                  </a:lnTo>
                  <a:cubicBezTo>
                    <a:pt x="18012" y="3522"/>
                    <a:pt x="16545" y="3052"/>
                    <a:pt x="14370" y="3052"/>
                  </a:cubicBezTo>
                  <a:cubicBezTo>
                    <a:pt x="9261" y="3052"/>
                    <a:pt x="5618" y="6527"/>
                    <a:pt x="4506" y="10941"/>
                  </a:cubicBezTo>
                  <a:cubicBezTo>
                    <a:pt x="3443" y="15683"/>
                    <a:pt x="6023" y="18689"/>
                    <a:pt x="10475" y="18689"/>
                  </a:cubicBezTo>
                  <a:cubicBezTo>
                    <a:pt x="12751" y="18689"/>
                    <a:pt x="14370" y="18219"/>
                    <a:pt x="15736" y="17703"/>
                  </a:cubicBezTo>
                  <a:lnTo>
                    <a:pt x="15736" y="20332"/>
                  </a:lnTo>
                </a:path>
              </a:pathLst>
            </a:custGeom>
            <a:solidFill>
              <a:srgbClr val="00839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914400">
                <a:defRPr sz="3600" b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pPr>
              <a:endParaRPr sz="1800"/>
            </a:p>
          </p:txBody>
        </p:sp>
        <p:sp>
          <p:nvSpPr>
            <p:cNvPr id="132" name="任意多边形 26"/>
            <p:cNvSpPr/>
            <p:nvPr/>
          </p:nvSpPr>
          <p:spPr>
            <a:xfrm>
              <a:off x="2453505" y="494821"/>
              <a:ext cx="70714" cy="796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58" h="21600" extrusionOk="0">
                  <a:moveTo>
                    <a:pt x="3991" y="11410"/>
                  </a:moveTo>
                  <a:cubicBezTo>
                    <a:pt x="2926" y="16576"/>
                    <a:pt x="5783" y="18595"/>
                    <a:pt x="9658" y="18595"/>
                  </a:cubicBezTo>
                  <a:cubicBezTo>
                    <a:pt x="12515" y="18595"/>
                    <a:pt x="14307" y="18078"/>
                    <a:pt x="15857" y="17562"/>
                  </a:cubicBezTo>
                  <a:lnTo>
                    <a:pt x="16002" y="20191"/>
                  </a:lnTo>
                  <a:cubicBezTo>
                    <a:pt x="14452" y="20849"/>
                    <a:pt x="11837" y="21600"/>
                    <a:pt x="8495" y="21600"/>
                  </a:cubicBezTo>
                  <a:cubicBezTo>
                    <a:pt x="1909" y="21600"/>
                    <a:pt x="-1094" y="17327"/>
                    <a:pt x="359" y="11176"/>
                  </a:cubicBezTo>
                  <a:cubicBezTo>
                    <a:pt x="1763" y="4930"/>
                    <a:pt x="6800" y="0"/>
                    <a:pt x="12999" y="0"/>
                  </a:cubicBezTo>
                  <a:cubicBezTo>
                    <a:pt x="20022" y="0"/>
                    <a:pt x="20506" y="5917"/>
                    <a:pt x="19634" y="9814"/>
                  </a:cubicBezTo>
                  <a:cubicBezTo>
                    <a:pt x="19489" y="10565"/>
                    <a:pt x="19247" y="11176"/>
                    <a:pt x="19102" y="11551"/>
                  </a:cubicBezTo>
                  <a:lnTo>
                    <a:pt x="3991" y="11410"/>
                  </a:lnTo>
                  <a:close/>
                  <a:moveTo>
                    <a:pt x="16002" y="8781"/>
                  </a:moveTo>
                  <a:cubicBezTo>
                    <a:pt x="16535" y="6433"/>
                    <a:pt x="16389" y="2677"/>
                    <a:pt x="11982" y="2677"/>
                  </a:cubicBezTo>
                  <a:cubicBezTo>
                    <a:pt x="7963" y="2677"/>
                    <a:pt x="5541" y="6151"/>
                    <a:pt x="4621" y="8781"/>
                  </a:cubicBezTo>
                  <a:lnTo>
                    <a:pt x="16002" y="8781"/>
                  </a:lnTo>
                  <a:close/>
                </a:path>
              </a:pathLst>
            </a:custGeom>
            <a:solidFill>
              <a:srgbClr val="00839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914400">
                <a:defRPr sz="3600" b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pPr>
              <a:endParaRPr sz="1800"/>
            </a:p>
          </p:txBody>
        </p:sp>
        <p:sp>
          <p:nvSpPr>
            <p:cNvPr id="133" name="任意多边形 27"/>
            <p:cNvSpPr/>
            <p:nvPr/>
          </p:nvSpPr>
          <p:spPr>
            <a:xfrm>
              <a:off x="1209050" y="185428"/>
              <a:ext cx="231861" cy="13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3" h="21600" extrusionOk="0">
                  <a:moveTo>
                    <a:pt x="10688" y="80"/>
                  </a:moveTo>
                  <a:cubicBezTo>
                    <a:pt x="9747" y="0"/>
                    <a:pt x="8726" y="0"/>
                    <a:pt x="7625" y="0"/>
                  </a:cubicBezTo>
                  <a:lnTo>
                    <a:pt x="0" y="0"/>
                  </a:lnTo>
                  <a:lnTo>
                    <a:pt x="0" y="21600"/>
                  </a:lnTo>
                  <a:lnTo>
                    <a:pt x="6269" y="21600"/>
                  </a:lnTo>
                  <a:cubicBezTo>
                    <a:pt x="7833" y="21600"/>
                    <a:pt x="9332" y="21440"/>
                    <a:pt x="10688" y="21387"/>
                  </a:cubicBezTo>
                  <a:cubicBezTo>
                    <a:pt x="17931" y="20323"/>
                    <a:pt x="21552" y="16679"/>
                    <a:pt x="21552" y="10241"/>
                  </a:cubicBezTo>
                  <a:cubicBezTo>
                    <a:pt x="21600" y="7182"/>
                    <a:pt x="20324" y="4469"/>
                    <a:pt x="17803" y="2554"/>
                  </a:cubicBezTo>
                  <a:cubicBezTo>
                    <a:pt x="16017" y="1277"/>
                    <a:pt x="13624" y="426"/>
                    <a:pt x="10688" y="80"/>
                  </a:cubicBezTo>
                  <a:close/>
                  <a:moveTo>
                    <a:pt x="10688" y="18461"/>
                  </a:moveTo>
                  <a:cubicBezTo>
                    <a:pt x="9795" y="18674"/>
                    <a:pt x="8774" y="18833"/>
                    <a:pt x="7753" y="18833"/>
                  </a:cubicBezTo>
                  <a:cubicBezTo>
                    <a:pt x="6222" y="18833"/>
                    <a:pt x="5280" y="18887"/>
                    <a:pt x="4307" y="18887"/>
                  </a:cubicBezTo>
                  <a:lnTo>
                    <a:pt x="4307" y="2713"/>
                  </a:lnTo>
                  <a:cubicBezTo>
                    <a:pt x="5966" y="2633"/>
                    <a:pt x="6732" y="2633"/>
                    <a:pt x="7418" y="2633"/>
                  </a:cubicBezTo>
                  <a:cubicBezTo>
                    <a:pt x="8646" y="2633"/>
                    <a:pt x="9747" y="2633"/>
                    <a:pt x="10688" y="2846"/>
                  </a:cubicBezTo>
                  <a:cubicBezTo>
                    <a:pt x="15043" y="3565"/>
                    <a:pt x="17165" y="6038"/>
                    <a:pt x="17165" y="10162"/>
                  </a:cubicBezTo>
                  <a:cubicBezTo>
                    <a:pt x="17165" y="12848"/>
                    <a:pt x="16399" y="14976"/>
                    <a:pt x="14661" y="16546"/>
                  </a:cubicBezTo>
                  <a:cubicBezTo>
                    <a:pt x="13624" y="17477"/>
                    <a:pt x="12268" y="18035"/>
                    <a:pt x="10688" y="18461"/>
                  </a:cubicBezTo>
                  <a:close/>
                </a:path>
              </a:pathLst>
            </a:custGeom>
            <a:solidFill>
              <a:srgbClr val="23181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914400">
                <a:defRPr sz="3600" b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pPr>
              <a:endParaRPr sz="1800"/>
            </a:p>
          </p:txBody>
        </p:sp>
        <p:sp>
          <p:nvSpPr>
            <p:cNvPr id="134" name="任意多边形 28"/>
            <p:cNvSpPr/>
            <p:nvPr/>
          </p:nvSpPr>
          <p:spPr>
            <a:xfrm>
              <a:off x="139687" y="0"/>
              <a:ext cx="1067911" cy="6038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45" h="19202" extrusionOk="0">
                  <a:moveTo>
                    <a:pt x="9469" y="966"/>
                  </a:moveTo>
                  <a:cubicBezTo>
                    <a:pt x="13553" y="-521"/>
                    <a:pt x="19042" y="119"/>
                    <a:pt x="19437" y="4160"/>
                  </a:cubicBezTo>
                  <a:cubicBezTo>
                    <a:pt x="19789" y="7752"/>
                    <a:pt x="17193" y="11881"/>
                    <a:pt x="12622" y="14216"/>
                  </a:cubicBezTo>
                  <a:cubicBezTo>
                    <a:pt x="8035" y="16524"/>
                    <a:pt x="3872" y="16480"/>
                    <a:pt x="2019" y="13877"/>
                  </a:cubicBezTo>
                  <a:cubicBezTo>
                    <a:pt x="1272" y="12860"/>
                    <a:pt x="1042" y="11558"/>
                    <a:pt x="1147" y="10279"/>
                  </a:cubicBezTo>
                  <a:cubicBezTo>
                    <a:pt x="1220" y="9404"/>
                    <a:pt x="1457" y="8540"/>
                    <a:pt x="1789" y="7752"/>
                  </a:cubicBezTo>
                  <a:cubicBezTo>
                    <a:pt x="2210" y="6774"/>
                    <a:pt x="2793" y="5926"/>
                    <a:pt x="3431" y="5374"/>
                  </a:cubicBezTo>
                  <a:cubicBezTo>
                    <a:pt x="2825" y="5811"/>
                    <a:pt x="2263" y="6424"/>
                    <a:pt x="1789" y="7124"/>
                  </a:cubicBezTo>
                  <a:cubicBezTo>
                    <a:pt x="1463" y="7605"/>
                    <a:pt x="1167" y="8135"/>
                    <a:pt x="920" y="8704"/>
                  </a:cubicBezTo>
                  <a:cubicBezTo>
                    <a:pt x="104" y="10541"/>
                    <a:pt x="-248" y="12668"/>
                    <a:pt x="190" y="14391"/>
                  </a:cubicBezTo>
                  <a:cubicBezTo>
                    <a:pt x="1305" y="18771"/>
                    <a:pt x="5665" y="20696"/>
                    <a:pt x="11789" y="17880"/>
                  </a:cubicBezTo>
                  <a:cubicBezTo>
                    <a:pt x="17920" y="15091"/>
                    <a:pt x="21352" y="8616"/>
                    <a:pt x="20236" y="4236"/>
                  </a:cubicBezTo>
                  <a:cubicBezTo>
                    <a:pt x="19104" y="-188"/>
                    <a:pt x="13484" y="-904"/>
                    <a:pt x="9469" y="966"/>
                  </a:cubicBezTo>
                </a:path>
              </a:pathLst>
            </a:custGeom>
            <a:solidFill>
              <a:srgbClr val="E5001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914400">
                <a:defRPr sz="3600" b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pPr>
              <a:endParaRPr sz="1800"/>
            </a:p>
          </p:txBody>
        </p:sp>
        <p:sp>
          <p:nvSpPr>
            <p:cNvPr id="135" name="任意多边形 29"/>
            <p:cNvSpPr/>
            <p:nvPr/>
          </p:nvSpPr>
          <p:spPr>
            <a:xfrm>
              <a:off x="0" y="185428"/>
              <a:ext cx="232664" cy="13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7363" y="0"/>
                  </a:lnTo>
                  <a:lnTo>
                    <a:pt x="17363" y="8033"/>
                  </a:lnTo>
                  <a:lnTo>
                    <a:pt x="4269" y="8033"/>
                  </a:lnTo>
                  <a:lnTo>
                    <a:pt x="4269" y="0"/>
                  </a:lnTo>
                  <a:lnTo>
                    <a:pt x="0" y="0"/>
                  </a:lnTo>
                  <a:lnTo>
                    <a:pt x="0" y="21600"/>
                  </a:lnTo>
                  <a:lnTo>
                    <a:pt x="4269" y="21600"/>
                  </a:lnTo>
                  <a:lnTo>
                    <a:pt x="4269" y="10720"/>
                  </a:lnTo>
                  <a:lnTo>
                    <a:pt x="17363" y="10720"/>
                  </a:lnTo>
                  <a:lnTo>
                    <a:pt x="17363" y="21520"/>
                  </a:lnTo>
                  <a:lnTo>
                    <a:pt x="21600" y="21600"/>
                  </a:lnTo>
                  <a:lnTo>
                    <a:pt x="21600" y="0"/>
                  </a:lnTo>
                </a:path>
              </a:pathLst>
            </a:custGeom>
            <a:solidFill>
              <a:srgbClr val="23181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914400">
                <a:defRPr sz="3600" b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pPr>
              <a:endParaRPr sz="1800"/>
            </a:p>
          </p:txBody>
        </p:sp>
        <p:sp>
          <p:nvSpPr>
            <p:cNvPr id="136" name="任意多边形 30"/>
            <p:cNvSpPr/>
            <p:nvPr/>
          </p:nvSpPr>
          <p:spPr>
            <a:xfrm>
              <a:off x="791279" y="184822"/>
              <a:ext cx="232665" cy="139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7379" y="0"/>
                  </a:lnTo>
                  <a:lnTo>
                    <a:pt x="17379" y="15372"/>
                  </a:lnTo>
                  <a:lnTo>
                    <a:pt x="2142" y="80"/>
                  </a:lnTo>
                  <a:lnTo>
                    <a:pt x="0" y="0"/>
                  </a:lnTo>
                  <a:lnTo>
                    <a:pt x="0" y="21600"/>
                  </a:lnTo>
                  <a:lnTo>
                    <a:pt x="4269" y="21600"/>
                  </a:lnTo>
                  <a:lnTo>
                    <a:pt x="4269" y="6175"/>
                  </a:lnTo>
                  <a:lnTo>
                    <a:pt x="19426" y="21600"/>
                  </a:lnTo>
                  <a:lnTo>
                    <a:pt x="21600" y="21600"/>
                  </a:lnTo>
                  <a:lnTo>
                    <a:pt x="21600" y="0"/>
                  </a:lnTo>
                </a:path>
              </a:pathLst>
            </a:custGeom>
            <a:solidFill>
              <a:srgbClr val="23181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914400">
                <a:defRPr sz="3600" b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pPr>
              <a:endParaRPr sz="1800"/>
            </a:p>
          </p:txBody>
        </p:sp>
        <p:sp>
          <p:nvSpPr>
            <p:cNvPr id="137" name="任意多边形 31"/>
            <p:cNvSpPr/>
            <p:nvPr/>
          </p:nvSpPr>
          <p:spPr>
            <a:xfrm>
              <a:off x="372295" y="185428"/>
              <a:ext cx="277838" cy="1402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694" y="0"/>
                  </a:moveTo>
                  <a:lnTo>
                    <a:pt x="9906" y="0"/>
                  </a:lnTo>
                  <a:lnTo>
                    <a:pt x="0" y="21547"/>
                  </a:lnTo>
                  <a:lnTo>
                    <a:pt x="4032" y="21547"/>
                  </a:lnTo>
                  <a:lnTo>
                    <a:pt x="5954" y="16930"/>
                  </a:lnTo>
                  <a:lnTo>
                    <a:pt x="15646" y="16930"/>
                  </a:lnTo>
                  <a:lnTo>
                    <a:pt x="17608" y="21600"/>
                  </a:lnTo>
                  <a:lnTo>
                    <a:pt x="21600" y="21600"/>
                  </a:lnTo>
                  <a:lnTo>
                    <a:pt x="11694" y="0"/>
                  </a:lnTo>
                  <a:close/>
                  <a:moveTo>
                    <a:pt x="7049" y="14170"/>
                  </a:moveTo>
                  <a:lnTo>
                    <a:pt x="10760" y="5254"/>
                  </a:lnTo>
                  <a:lnTo>
                    <a:pt x="14498" y="14170"/>
                  </a:lnTo>
                  <a:lnTo>
                    <a:pt x="7049" y="14170"/>
                  </a:lnTo>
                  <a:close/>
                </a:path>
              </a:pathLst>
            </a:custGeom>
            <a:solidFill>
              <a:srgbClr val="23181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914400">
                <a:defRPr sz="3600" b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pPr>
              <a:endParaRPr sz="1800"/>
            </a:p>
          </p:txBody>
        </p:sp>
      </p:grpSp>
      <p:sp>
        <p:nvSpPr>
          <p:cNvPr id="141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708025" y="398463"/>
            <a:ext cx="9149715" cy="60071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142" name="同侧圆角矩形 2"/>
          <p:cNvSpPr/>
          <p:nvPr userDrawn="1"/>
        </p:nvSpPr>
        <p:spPr>
          <a:xfrm rot="5400000">
            <a:off x="-26478" y="485900"/>
            <a:ext cx="540000" cy="4873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00" y="0"/>
                </a:moveTo>
                <a:lnTo>
                  <a:pt x="19700" y="0"/>
                </a:lnTo>
                <a:cubicBezTo>
                  <a:pt x="20749" y="0"/>
                  <a:pt x="21600" y="1011"/>
                  <a:pt x="21600" y="2258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2258"/>
                </a:lnTo>
                <a:cubicBezTo>
                  <a:pt x="0" y="1011"/>
                  <a:pt x="851" y="0"/>
                  <a:pt x="1900" y="0"/>
                </a:cubicBezTo>
                <a:close/>
              </a:path>
            </a:pathLst>
          </a:custGeom>
          <a:solidFill>
            <a:srgbClr val="0C7F8A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400">
              <a:defRPr sz="3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1055861" y="254226"/>
            <a:ext cx="1021859" cy="29504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8918" y="118948"/>
            <a:ext cx="10515600" cy="508934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" name="矩形 9"/>
          <p:cNvSpPr/>
          <p:nvPr userDrawn="1"/>
        </p:nvSpPr>
        <p:spPr>
          <a:xfrm>
            <a:off x="0" y="173625"/>
            <a:ext cx="318448" cy="399581"/>
          </a:xfrm>
          <a:prstGeom prst="rect">
            <a:avLst/>
          </a:prstGeom>
          <a:gradFill flip="none" rotWithShape="1">
            <a:gsLst>
              <a:gs pos="0">
                <a:srgbClr val="39999E">
                  <a:shade val="30000"/>
                  <a:satMod val="115000"/>
                </a:srgbClr>
              </a:gs>
              <a:gs pos="50000">
                <a:srgbClr val="39999E">
                  <a:shade val="67500"/>
                  <a:satMod val="115000"/>
                </a:srgbClr>
              </a:gs>
              <a:gs pos="100000">
                <a:srgbClr val="39999E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528918" y="685800"/>
            <a:ext cx="11663083" cy="1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50"/>
          <p:cNvCxnSpPr/>
          <p:nvPr userDrawn="1"/>
        </p:nvCxnSpPr>
        <p:spPr>
          <a:xfrm flipV="1">
            <a:off x="471712" y="6672974"/>
            <a:ext cx="11248575" cy="2898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952565" y="6500636"/>
            <a:ext cx="407894" cy="365125"/>
          </a:xfrm>
          <a:solidFill>
            <a:srgbClr val="FDFDFD"/>
          </a:solidFill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81481A8-081D-4E4B-ACE2-ED740567CCE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/>
          </p:nvPr>
        </p:nvSpPr>
        <p:spPr>
          <a:xfrm>
            <a:off x="471712" y="68292"/>
            <a:ext cx="9281043" cy="590141"/>
          </a:xfrm>
          <a:prstGeom prst="rect">
            <a:avLst/>
          </a:prstGeom>
        </p:spPr>
        <p:txBody>
          <a:bodyPr anchor="ctr"/>
          <a:lstStyle>
            <a:lvl1pPr>
              <a:defRPr lang="zh-CN" altLang="en-US" sz="2400" b="1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cxnSp>
        <p:nvCxnSpPr>
          <p:cNvPr id="256" name="直接连接符 7"/>
          <p:cNvCxnSpPr/>
          <p:nvPr userDrawn="1"/>
        </p:nvCxnSpPr>
        <p:spPr>
          <a:xfrm flipV="1">
            <a:off x="471712" y="646033"/>
            <a:ext cx="11248575" cy="2898"/>
          </a:xfrm>
          <a:prstGeom prst="line">
            <a:avLst/>
          </a:prstGeom>
          <a:ln w="25400">
            <a:solidFill>
              <a:srgbClr val="0085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未标题-1-0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14777" y="226695"/>
            <a:ext cx="905510" cy="2171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19100" y="3178175"/>
            <a:ext cx="1371600" cy="182563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2019300" y="3178175"/>
            <a:ext cx="2057400" cy="1825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4305300" y="3178175"/>
            <a:ext cx="1371600" cy="182563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内容">
    <p:bg>
      <p:bgPr>
        <a:gradFill>
          <a:gsLst>
            <a:gs pos="0">
              <a:srgbClr val="012D86"/>
            </a:gs>
            <a:gs pos="100000">
              <a:srgbClr val="0E2557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80000" y="313375"/>
            <a:ext cx="8249285" cy="47244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sz="2000" b="1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80374" y="307000"/>
            <a:ext cx="1343025" cy="32893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14680" y="255905"/>
            <a:ext cx="408305" cy="47180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DD844-C95C-441E-B0B5-76EE924F991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8" Type="http://schemas.openxmlformats.org/officeDocument/2006/relationships/notesSlide" Target="../notesSlides/notesSlide1.xml"/><Relationship Id="rId17" Type="http://schemas.openxmlformats.org/officeDocument/2006/relationships/vmlDrawing" Target="../drawings/vmlDrawing1.v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96" name="标题 1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sz="2000" dirty="0">
                <a:latin typeface="Alibaba PuHuiTi 2.0 55 Regular" charset="0"/>
                <a:ea typeface="微软雅黑" panose="020B0503020204020204" pitchFamily="34" charset="-122"/>
                <a:cs typeface="Alibaba PuHuiTi 2.0 55 Regular" charset="0"/>
                <a:sym typeface="+mn-ea"/>
              </a:rPr>
              <a:t>标杆案例</a:t>
            </a:r>
            <a:r>
              <a:rPr lang="en-US" altLang="zh-CN" sz="2000" dirty="0">
                <a:latin typeface="Alibaba PuHuiTi 2.0 55 Regular" charset="0"/>
                <a:ea typeface="微软雅黑" panose="020B0503020204020204" pitchFamily="34" charset="-122"/>
                <a:cs typeface="Alibaba PuHuiTi 2.0 55 Regular" charset="0"/>
                <a:sym typeface="+mn-ea"/>
              </a:rPr>
              <a:t>-XXX</a:t>
            </a:r>
            <a:r>
              <a:rPr sz="2000" dirty="0">
                <a:latin typeface="Alibaba PuHuiTi 2.0 55 Regular" charset="0"/>
                <a:ea typeface="微软雅黑" panose="020B0503020204020204" pitchFamily="34" charset="-122"/>
                <a:cs typeface="Alibaba PuHuiTi 2.0 55 Regular" charset="0"/>
                <a:sym typeface="+mn-ea"/>
              </a:rPr>
              <a:t>客户</a:t>
            </a:r>
            <a:r>
              <a:rPr lang="en-US" altLang="zh-CN" sz="2000" dirty="0">
                <a:latin typeface="Alibaba PuHuiTi 2.0 55 Regular" charset="0"/>
                <a:ea typeface="微软雅黑" panose="020B0503020204020204" pitchFamily="34" charset="-122"/>
                <a:cs typeface="Alibaba PuHuiTi 2.0 55 Regular" charset="0"/>
                <a:sym typeface="+mn-ea"/>
              </a:rPr>
              <a:t>XXX</a:t>
            </a:r>
            <a:r>
              <a:rPr sz="2000" dirty="0">
                <a:latin typeface="Alibaba PuHuiTi 2.0 55 Regular" charset="0"/>
                <a:ea typeface="微软雅黑" panose="020B0503020204020204" pitchFamily="34" charset="-122"/>
                <a:cs typeface="Alibaba PuHuiTi 2.0 55 Regular" charset="0"/>
                <a:sym typeface="+mn-ea"/>
              </a:rPr>
              <a:t>智能体</a:t>
            </a:r>
            <a:endParaRPr sz="2000" dirty="0">
              <a:latin typeface="Alibaba PuHuiTi 2.0 55 Regular" charset="0"/>
              <a:ea typeface="微软雅黑" panose="020B0503020204020204" pitchFamily="34" charset="-122"/>
              <a:cs typeface="Alibaba PuHuiTi 2.0 55 Regular" charset="0"/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4294967295"/>
          </p:nvPr>
        </p:nvSpPr>
        <p:spPr>
          <a:xfrm>
            <a:off x="2044700" y="658495"/>
            <a:ext cx="9683115" cy="635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0C808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libaba PuHuiTi 2.0 55 Regular" charset="0"/>
                <a:sym typeface="+mn-ea"/>
              </a:rPr>
              <a:t>一句话客户行业和地位：</a:t>
            </a:r>
            <a:r>
              <a:rPr lang="en-US" altLang="zh-CN" sz="1600" b="1" dirty="0">
                <a:solidFill>
                  <a:srgbClr val="0C808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libaba PuHuiTi 2.0 55 Regular" charset="0"/>
                <a:sym typeface="+mn-ea"/>
              </a:rPr>
              <a:t>XXX</a:t>
            </a:r>
            <a:r>
              <a:rPr lang="zh-CN" altLang="en-US" sz="1600" b="1" dirty="0">
                <a:solidFill>
                  <a:srgbClr val="0C808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libaba PuHuiTi 2.0 55 Regular" charset="0"/>
                <a:sym typeface="+mn-ea"/>
              </a:rPr>
              <a:t>客户是</a:t>
            </a:r>
            <a:r>
              <a:rPr lang="en-US" altLang="zh-CN" sz="1600" b="1" dirty="0">
                <a:solidFill>
                  <a:srgbClr val="0C808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libaba PuHuiTi 2.0 55 Regular" charset="0"/>
                <a:sym typeface="+mn-ea"/>
              </a:rPr>
              <a:t>XXX</a:t>
            </a:r>
            <a:r>
              <a:rPr lang="zh-CN" altLang="en-US" sz="1600" b="1" dirty="0">
                <a:solidFill>
                  <a:srgbClr val="0C808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libaba PuHuiTi 2.0 55 Regular" charset="0"/>
                <a:sym typeface="+mn-ea"/>
              </a:rPr>
              <a:t>领域的领军</a:t>
            </a:r>
            <a:r>
              <a:rPr lang="zh-CN" altLang="en-US" sz="1600" b="1" dirty="0">
                <a:solidFill>
                  <a:srgbClr val="0C808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libaba PuHuiTi 2.0 55 Regular" charset="0"/>
                <a:sym typeface="+mn-ea"/>
              </a:rPr>
              <a:t>企业。</a:t>
            </a:r>
            <a:endParaRPr lang="zh-CN" altLang="en-US" sz="1600" b="1" dirty="0">
              <a:solidFill>
                <a:srgbClr val="0C808A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libaba PuHuiTi 2.0 55 Regular" charset="0"/>
              <a:sym typeface="+mn-ea"/>
            </a:endParaRP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0C808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libaba PuHuiTi 2.0 55 Regular" charset="0"/>
                <a:sym typeface="+mn-ea"/>
              </a:rPr>
              <a:t>客户应用后收益亮点（高亮标红）：具体数字或者</a:t>
            </a:r>
            <a:r>
              <a:rPr lang="zh-CN" altLang="en-US" sz="1600" b="1" dirty="0">
                <a:solidFill>
                  <a:schemeClr val="accent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libaba PuHuiTi 2.0 55 Regular" charset="0"/>
                <a:sym typeface="+mn-ea"/>
              </a:rPr>
              <a:t>百分比</a:t>
            </a:r>
            <a:r>
              <a:rPr lang="zh-CN" altLang="en-US" sz="1600" b="1" dirty="0">
                <a:solidFill>
                  <a:srgbClr val="0C808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libaba PuHuiTi 2.0 55 Regular" charset="0"/>
                <a:sym typeface="+mn-ea"/>
              </a:rPr>
              <a:t>，效率提升</a:t>
            </a:r>
            <a:r>
              <a:rPr lang="en-US" altLang="zh-CN" sz="1800" b="1" dirty="0">
                <a:solidFill>
                  <a:schemeClr val="accent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libaba PuHuiTi 2.0 55 Regular" charset="0"/>
                <a:sym typeface="+mn-ea"/>
              </a:rPr>
              <a:t>30%</a:t>
            </a:r>
            <a:r>
              <a:rPr lang="zh-CN" altLang="en-US" sz="1600" b="1" dirty="0">
                <a:solidFill>
                  <a:srgbClr val="0C808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libaba PuHuiTi 2.0 55 Regular" charset="0"/>
                <a:sym typeface="+mn-ea"/>
              </a:rPr>
              <a:t>，时间从</a:t>
            </a:r>
            <a:r>
              <a:rPr lang="en-US" altLang="zh-CN" sz="1600" b="1" dirty="0">
                <a:solidFill>
                  <a:srgbClr val="0C808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libaba PuHuiTi 2.0 55 Regular" charset="0"/>
                <a:sym typeface="+mn-ea"/>
              </a:rPr>
              <a:t>10</a:t>
            </a:r>
            <a:r>
              <a:rPr lang="zh-CN" altLang="en-US" sz="1600" b="1" dirty="0">
                <a:solidFill>
                  <a:srgbClr val="0C808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libaba PuHuiTi 2.0 55 Regular" charset="0"/>
                <a:sym typeface="+mn-ea"/>
              </a:rPr>
              <a:t>小时缩短至</a:t>
            </a:r>
            <a:r>
              <a:rPr lang="en-US" altLang="zh-CN" sz="1600" b="1" dirty="0">
                <a:solidFill>
                  <a:schemeClr val="accent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libaba PuHuiTi 2.0 55 Regular" charset="0"/>
                <a:sym typeface="+mn-ea"/>
              </a:rPr>
              <a:t>20</a:t>
            </a:r>
            <a:r>
              <a:rPr lang="zh-CN" altLang="en-US" sz="1600" b="1" dirty="0">
                <a:solidFill>
                  <a:schemeClr val="accent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libaba PuHuiTi 2.0 55 Regular" charset="0"/>
                <a:sym typeface="+mn-ea"/>
              </a:rPr>
              <a:t>分</a:t>
            </a:r>
            <a:r>
              <a:rPr lang="zh-CN" altLang="en-US" sz="1600" b="1" dirty="0">
                <a:solidFill>
                  <a:srgbClr val="0C808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libaba PuHuiTi 2.0 55 Regular" charset="0"/>
                <a:sym typeface="+mn-ea"/>
              </a:rPr>
              <a:t>钟</a:t>
            </a:r>
            <a:endParaRPr lang="zh-CN" altLang="en-US" sz="1600" b="1" dirty="0">
              <a:solidFill>
                <a:srgbClr val="0C808A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libaba PuHuiTi 2.0 55 Regular" charset="0"/>
              <a:sym typeface="+mn-ea"/>
            </a:endParaRPr>
          </a:p>
        </p:txBody>
      </p:sp>
      <p:graphicFrame>
        <p:nvGraphicFramePr>
          <p:cNvPr id="4194314" name="对象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30" name="think-cell 幻灯片" showAsIcon="1" r:id="rId2" imgW="7772400" imgH="10058400" progId="TCLayout.ActiveDocument.1">
                  <p:embed/>
                </p:oleObj>
              </mc:Choice>
              <mc:Fallback>
                <p:oleObj name="think-cell 幻灯片" showAsIcon="1" r:id="rId2" imgW="7772400" imgH="10058400" progId="TCLayout.ActiveDocument.1">
                  <p:embed/>
                  <p:pic>
                    <p:nvPicPr>
                      <p:cNvPr id="0" name="对象 1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" name="矩形 115"/>
          <p:cNvSpPr/>
          <p:nvPr>
            <p:custDataLst>
              <p:tags r:id="rId4"/>
            </p:custDataLst>
          </p:nvPr>
        </p:nvSpPr>
        <p:spPr>
          <a:xfrm>
            <a:off x="418465" y="1417320"/>
            <a:ext cx="5601970" cy="440690"/>
          </a:xfrm>
          <a:prstGeom prst="rect">
            <a:avLst/>
          </a:prstGeom>
          <a:solidFill>
            <a:srgbClr val="11AFBB"/>
          </a:solidFill>
          <a:ln>
            <a:noFill/>
          </a:ln>
          <a:effectLst/>
        </p:spPr>
        <p:txBody>
          <a:bodyPr wrap="none" anchor="ctr"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Microsoft YaHei Bold" panose="020B0503020204020204" charset="-122"/>
                <a:ea typeface="Microsoft YaHei Bold" panose="020B0503020204020204" charset="-122"/>
                <a:cs typeface="微软雅黑" panose="020B0503020204020204" pitchFamily="34" charset="-122"/>
                <a:sym typeface="+mn-ea"/>
              </a:rPr>
              <a:t>业务</a:t>
            </a:r>
            <a:r>
              <a:rPr lang="zh-CN" altLang="en-US" sz="1600" b="1" dirty="0">
                <a:solidFill>
                  <a:schemeClr val="bg1"/>
                </a:solidFill>
                <a:latin typeface="Microsoft YaHei Bold" panose="020B0503020204020204" charset="-122"/>
                <a:ea typeface="Microsoft YaHei Bold" panose="020B0503020204020204" charset="-122"/>
                <a:cs typeface="微软雅黑" panose="020B0503020204020204" pitchFamily="34" charset="-122"/>
                <a:sym typeface="+mn-ea"/>
              </a:rPr>
              <a:t>痛点</a:t>
            </a:r>
            <a:endParaRPr lang="zh-CN" altLang="en-US" sz="1600" b="1" dirty="0">
              <a:solidFill>
                <a:schemeClr val="bg1"/>
              </a:solidFill>
              <a:latin typeface="Microsoft YaHei Bold" panose="020B0503020204020204" charset="-122"/>
              <a:ea typeface="Microsoft YaHei Bold" panose="020B050302020402020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22" name="矩形 121"/>
          <p:cNvSpPr/>
          <p:nvPr>
            <p:custDataLst>
              <p:tags r:id="rId5"/>
            </p:custDataLst>
          </p:nvPr>
        </p:nvSpPr>
        <p:spPr>
          <a:xfrm>
            <a:off x="418465" y="1857375"/>
            <a:ext cx="5588635" cy="2603500"/>
          </a:xfrm>
          <a:prstGeom prst="rect">
            <a:avLst/>
          </a:prstGeom>
          <a:gradFill>
            <a:gsLst>
              <a:gs pos="0">
                <a:srgbClr val="FFFFFF">
                  <a:alpha val="10000"/>
                </a:srgbClr>
              </a:gs>
              <a:gs pos="49000">
                <a:srgbClr val="FFFFFF">
                  <a:alpha val="0"/>
                </a:srgbClr>
              </a:gs>
              <a:gs pos="100000">
                <a:srgbClr val="FFFFFF">
                  <a:alpha val="10000"/>
                </a:srgbClr>
              </a:gs>
            </a:gsLst>
            <a:lin ang="0" scaled="0"/>
          </a:gradFill>
          <a:ln w="12700">
            <a:solidFill>
              <a:srgbClr val="11AF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l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客户在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业务域有以下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痛点：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痛点一：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痛点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二：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痛点一：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痛点一：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6"/>
            </p:custDataLst>
          </p:nvPr>
        </p:nvSpPr>
        <p:spPr>
          <a:xfrm>
            <a:off x="6253480" y="1416685"/>
            <a:ext cx="5601970" cy="440690"/>
          </a:xfrm>
          <a:prstGeom prst="rect">
            <a:avLst/>
          </a:prstGeom>
          <a:solidFill>
            <a:srgbClr val="11AFBB"/>
          </a:solidFill>
          <a:ln>
            <a:noFill/>
          </a:ln>
          <a:effectLst/>
        </p:spPr>
        <p:txBody>
          <a:bodyPr wrap="none" anchor="ctr"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Microsoft YaHei Bold" panose="020B0503020204020204" charset="-122"/>
                <a:ea typeface="Microsoft YaHei Bold" panose="020B0503020204020204" charset="-122"/>
                <a:cs typeface="微软雅黑" panose="020B0503020204020204" pitchFamily="34" charset="-122"/>
                <a:sym typeface="+mn-ea"/>
              </a:rPr>
              <a:t>应用</a:t>
            </a:r>
            <a:r>
              <a:rPr lang="zh-CN" altLang="en-US" sz="1600" b="1" dirty="0">
                <a:solidFill>
                  <a:schemeClr val="bg1"/>
                </a:solidFill>
                <a:latin typeface="Microsoft YaHei Bold" panose="020B0503020204020204" charset="-122"/>
                <a:ea typeface="Microsoft YaHei Bold" panose="020B0503020204020204" charset="-122"/>
                <a:cs typeface="微软雅黑" panose="020B0503020204020204" pitchFamily="34" charset="-122"/>
                <a:sym typeface="+mn-ea"/>
              </a:rPr>
              <a:t>收益</a:t>
            </a:r>
            <a:endParaRPr lang="zh-CN" altLang="en-US" sz="1600" b="1" dirty="0">
              <a:solidFill>
                <a:schemeClr val="bg1"/>
              </a:solidFill>
              <a:latin typeface="Microsoft YaHei Bold" panose="020B0503020204020204" charset="-122"/>
              <a:ea typeface="Microsoft YaHei Bold" panose="020B050302020402020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6253480" y="1856740"/>
            <a:ext cx="5588635" cy="2603500"/>
          </a:xfrm>
          <a:prstGeom prst="rect">
            <a:avLst/>
          </a:prstGeom>
          <a:gradFill>
            <a:gsLst>
              <a:gs pos="0">
                <a:srgbClr val="FFFFFF">
                  <a:alpha val="10000"/>
                </a:srgbClr>
              </a:gs>
              <a:gs pos="49000">
                <a:srgbClr val="FFFFFF">
                  <a:alpha val="0"/>
                </a:srgbClr>
              </a:gs>
              <a:gs pos="100000">
                <a:srgbClr val="FFFFFF">
                  <a:alpha val="10000"/>
                </a:srgbClr>
              </a:gs>
            </a:gsLst>
            <a:lin ang="0" scaled="0"/>
          </a:gradFill>
          <a:ln w="12700">
            <a:solidFill>
              <a:srgbClr val="11AF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l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应用后有如下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收益：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收益一：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收益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二：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收益三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收益四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>
            <p:custDataLst>
              <p:tags r:id="rId8"/>
            </p:custDataLst>
          </p:nvPr>
        </p:nvSpPr>
        <p:spPr>
          <a:xfrm>
            <a:off x="418465" y="4660265"/>
            <a:ext cx="11437620" cy="1913255"/>
          </a:xfrm>
          <a:prstGeom prst="rect">
            <a:avLst/>
          </a:prstGeom>
          <a:gradFill>
            <a:gsLst>
              <a:gs pos="0">
                <a:srgbClr val="FFFFFF">
                  <a:alpha val="10000"/>
                </a:srgbClr>
              </a:gs>
              <a:gs pos="49000">
                <a:srgbClr val="FFFFFF">
                  <a:alpha val="0"/>
                </a:srgbClr>
              </a:gs>
              <a:gs pos="100000">
                <a:srgbClr val="FFFFFF">
                  <a:alpha val="10000"/>
                </a:srgbClr>
              </a:gs>
            </a:gsLst>
            <a:lin ang="0" scaled="0"/>
          </a:gradFill>
          <a:ln w="12700">
            <a:solidFill>
              <a:srgbClr val="11AF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l"/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痛点一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418465" y="4660265"/>
            <a:ext cx="652145" cy="1913890"/>
          </a:xfrm>
          <a:prstGeom prst="rect">
            <a:avLst/>
          </a:prstGeom>
          <a:solidFill>
            <a:srgbClr val="11AFBB"/>
          </a:solidFill>
          <a:ln>
            <a:noFill/>
          </a:ln>
          <a:effectLst/>
        </p:spPr>
        <p:txBody>
          <a:bodyPr wrap="none" anchor="ctr"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Microsoft YaHei Bold" panose="020B0503020204020204" charset="-122"/>
                <a:ea typeface="Microsoft YaHei Bold" panose="020B0503020204020204" charset="-122"/>
                <a:cs typeface="微软雅黑" panose="020B0503020204020204" pitchFamily="34" charset="-122"/>
                <a:sym typeface="+mn-ea"/>
              </a:rPr>
              <a:t>解</a:t>
            </a:r>
            <a:endParaRPr lang="zh-CN" altLang="en-US" sz="1600" b="1" dirty="0">
              <a:solidFill>
                <a:schemeClr val="bg1"/>
              </a:solidFill>
              <a:latin typeface="Microsoft YaHei Bold" panose="020B0503020204020204" charset="-122"/>
              <a:ea typeface="Microsoft YaHei Bold" panose="020B0503020204020204" charset="-122"/>
              <a:cs typeface="微软雅黑" panose="020B0503020204020204" pitchFamily="34" charset="-122"/>
              <a:sym typeface="+mn-ea"/>
            </a:endParaRPr>
          </a:p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Microsoft YaHei Bold" panose="020B0503020204020204" charset="-122"/>
                <a:ea typeface="Microsoft YaHei Bold" panose="020B0503020204020204" charset="-122"/>
                <a:cs typeface="微软雅黑" panose="020B0503020204020204" pitchFamily="34" charset="-122"/>
                <a:sym typeface="+mn-ea"/>
              </a:rPr>
              <a:t>决</a:t>
            </a:r>
            <a:endParaRPr lang="zh-CN" altLang="en-US" sz="1600" b="1" dirty="0">
              <a:solidFill>
                <a:schemeClr val="bg1"/>
              </a:solidFill>
              <a:latin typeface="Microsoft YaHei Bold" panose="020B0503020204020204" charset="-122"/>
              <a:ea typeface="Microsoft YaHei Bold" panose="020B0503020204020204" charset="-122"/>
              <a:cs typeface="微软雅黑" panose="020B0503020204020204" pitchFamily="34" charset="-122"/>
              <a:sym typeface="+mn-ea"/>
            </a:endParaRPr>
          </a:p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Microsoft YaHei Bold" panose="020B0503020204020204" charset="-122"/>
                <a:ea typeface="Microsoft YaHei Bold" panose="020B0503020204020204" charset="-122"/>
                <a:cs typeface="微软雅黑" panose="020B0503020204020204" pitchFamily="34" charset="-122"/>
                <a:sym typeface="+mn-ea"/>
              </a:rPr>
              <a:t>方</a:t>
            </a:r>
            <a:endParaRPr lang="zh-CN" altLang="en-US" sz="1600" b="1" dirty="0">
              <a:solidFill>
                <a:schemeClr val="bg1"/>
              </a:solidFill>
              <a:latin typeface="Microsoft YaHei Bold" panose="020B0503020204020204" charset="-122"/>
              <a:ea typeface="Microsoft YaHei Bold" panose="020B0503020204020204" charset="-122"/>
              <a:cs typeface="微软雅黑" panose="020B0503020204020204" pitchFamily="34" charset="-122"/>
              <a:sym typeface="+mn-ea"/>
            </a:endParaRPr>
          </a:p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Microsoft YaHei Bold" panose="020B0503020204020204" charset="-122"/>
                <a:ea typeface="Microsoft YaHei Bold" panose="020B0503020204020204" charset="-122"/>
                <a:cs typeface="微软雅黑" panose="020B0503020204020204" pitchFamily="34" charset="-122"/>
                <a:sym typeface="+mn-ea"/>
              </a:rPr>
              <a:t>案</a:t>
            </a:r>
            <a:endParaRPr lang="zh-CN" altLang="en-US" sz="1600" b="1" dirty="0">
              <a:solidFill>
                <a:schemeClr val="bg1"/>
              </a:solidFill>
              <a:latin typeface="Microsoft YaHei Bold" panose="020B0503020204020204" charset="-122"/>
              <a:ea typeface="Microsoft YaHei Bold" panose="020B050302020402020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56260" y="831215"/>
            <a:ext cx="148907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客户</a:t>
            </a:r>
            <a:r>
              <a:rPr lang="en-US" altLang="zh-CN"/>
              <a:t>LOGO</a:t>
            </a:r>
            <a:endParaRPr lang="en-US" altLang="zh-CN"/>
          </a:p>
          <a:p>
            <a:r>
              <a:rPr lang="zh-CN" altLang="en-US" sz="1200"/>
              <a:t>需要客户授权</a:t>
            </a:r>
            <a:endParaRPr lang="zh-CN" altLang="en-US" sz="1200"/>
          </a:p>
        </p:txBody>
      </p:sp>
      <p:sp>
        <p:nvSpPr>
          <p:cNvPr id="132" name="文本框 131"/>
          <p:cNvSpPr txBox="1"/>
          <p:nvPr>
            <p:custDataLst>
              <p:tags r:id="rId10"/>
            </p:custDataLst>
          </p:nvPr>
        </p:nvSpPr>
        <p:spPr>
          <a:xfrm>
            <a:off x="1384935" y="4744720"/>
            <a:ext cx="1791970" cy="1765300"/>
          </a:xfrm>
          <a:prstGeom prst="rect">
            <a:avLst/>
          </a:prstGeom>
          <a:solidFill>
            <a:srgbClr val="A6DEE4"/>
          </a:solidFill>
          <a:ln w="3175">
            <a:solidFill>
              <a:schemeClr val="bg1"/>
            </a:solidFill>
          </a:ln>
        </p:spPr>
        <p:txBody>
          <a:bodyPr wrap="square" rtlCol="0">
            <a:noAutofit/>
          </a:bodyPr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示意图</a:t>
            </a:r>
            <a:r>
              <a:rPr lang="en-US" altLang="zh-CN" sz="1400" dirty="0">
                <a:solidFill>
                  <a:schemeClr val="tx1"/>
                </a:solidFill>
              </a:rPr>
              <a:t>+</a:t>
            </a:r>
            <a:r>
              <a:rPr lang="zh-CN" altLang="en-US" sz="1400" dirty="0">
                <a:solidFill>
                  <a:schemeClr val="tx1"/>
                </a:solidFill>
              </a:rPr>
              <a:t>文字</a:t>
            </a:r>
            <a:r>
              <a:rPr lang="zh-CN" altLang="en-US" sz="1400" dirty="0">
                <a:solidFill>
                  <a:schemeClr val="tx1"/>
                </a:solidFill>
              </a:rPr>
              <a:t>描述</a:t>
            </a:r>
            <a:endParaRPr lang="zh-CN" altLang="en-US" sz="1400" dirty="0">
              <a:solidFill>
                <a:schemeClr val="tx1"/>
              </a:solidFill>
            </a:endParaRPr>
          </a:p>
          <a:p>
            <a:pPr algn="ctr"/>
            <a:endParaRPr lang="zh-CN" altLang="en-US" sz="1400" dirty="0">
              <a:solidFill>
                <a:schemeClr val="tx1"/>
              </a:solidFill>
            </a:endParaRPr>
          </a:p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核心步骤</a:t>
            </a:r>
            <a:r>
              <a:rPr lang="en-US" altLang="zh-CN" sz="1400" dirty="0">
                <a:solidFill>
                  <a:schemeClr val="tx1"/>
                </a:solidFill>
              </a:rPr>
              <a:t>/</a:t>
            </a:r>
            <a:r>
              <a:rPr lang="zh-CN" altLang="en-US" sz="1400" dirty="0">
                <a:solidFill>
                  <a:schemeClr val="tx1"/>
                </a:solidFill>
              </a:rPr>
              <a:t>模块</a:t>
            </a:r>
            <a:r>
              <a:rPr lang="en-US" altLang="zh-CN" sz="1400" dirty="0">
                <a:solidFill>
                  <a:schemeClr val="tx1"/>
                </a:solidFill>
              </a:rPr>
              <a:t>/</a:t>
            </a:r>
            <a:r>
              <a:rPr lang="zh-CN" altLang="en-US" sz="1400" dirty="0">
                <a:solidFill>
                  <a:schemeClr val="tx1"/>
                </a:solidFill>
              </a:rPr>
              <a:t>功能点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11"/>
            </p:custDataLst>
          </p:nvPr>
        </p:nvSpPr>
        <p:spPr>
          <a:xfrm>
            <a:off x="3461385" y="4744720"/>
            <a:ext cx="1791970" cy="1765300"/>
          </a:xfrm>
          <a:prstGeom prst="rect">
            <a:avLst/>
          </a:prstGeom>
          <a:solidFill>
            <a:srgbClr val="A6DEE4"/>
          </a:solidFill>
          <a:ln w="3175">
            <a:solidFill>
              <a:schemeClr val="bg1"/>
            </a:solidFill>
          </a:ln>
        </p:spPr>
        <p:txBody>
          <a:bodyPr wrap="square" rtlCol="0">
            <a:noAutofit/>
          </a:bodyPr>
          <a:p>
            <a:pPr algn="ctr"/>
            <a:r>
              <a:rPr lang="zh-CN" altLang="en-US" sz="1400" dirty="0">
                <a:sym typeface="+mn-ea"/>
              </a:rPr>
              <a:t>示意图</a:t>
            </a:r>
            <a:r>
              <a:rPr lang="en-US" altLang="zh-CN" sz="1400" dirty="0">
                <a:sym typeface="+mn-ea"/>
              </a:rPr>
              <a:t>+</a:t>
            </a:r>
            <a:r>
              <a:rPr lang="zh-CN" altLang="en-US" sz="1400" dirty="0">
                <a:sym typeface="+mn-ea"/>
              </a:rPr>
              <a:t>文字描述</a:t>
            </a:r>
            <a:endParaRPr lang="zh-CN" altLang="en-US" sz="1400" dirty="0">
              <a:solidFill>
                <a:schemeClr val="tx1"/>
              </a:solidFill>
            </a:endParaRPr>
          </a:p>
          <a:p>
            <a:pPr algn="ctr"/>
            <a:endParaRPr lang="zh-CN" altLang="en-US" sz="1400" dirty="0">
              <a:solidFill>
                <a:schemeClr val="tx1"/>
              </a:solidFill>
            </a:endParaRPr>
          </a:p>
          <a:p>
            <a:pPr algn="ctr"/>
            <a:r>
              <a:rPr lang="zh-CN" altLang="en-US" sz="1400" dirty="0">
                <a:sym typeface="+mn-ea"/>
              </a:rPr>
              <a:t>核心步骤</a:t>
            </a:r>
            <a:r>
              <a:rPr lang="en-US" altLang="zh-CN" sz="1400" dirty="0">
                <a:sym typeface="+mn-ea"/>
              </a:rPr>
              <a:t>/</a:t>
            </a:r>
            <a:r>
              <a:rPr lang="zh-CN" altLang="en-US" sz="1400" dirty="0">
                <a:sym typeface="+mn-ea"/>
              </a:rPr>
              <a:t>模块</a:t>
            </a:r>
            <a:r>
              <a:rPr lang="en-US" altLang="zh-CN" sz="1400" dirty="0">
                <a:sym typeface="+mn-ea"/>
              </a:rPr>
              <a:t>/</a:t>
            </a:r>
            <a:r>
              <a:rPr lang="zh-CN" altLang="en-US" sz="1400" dirty="0">
                <a:sym typeface="+mn-ea"/>
              </a:rPr>
              <a:t>功能点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>
            <p:custDataLst>
              <p:tags r:id="rId12"/>
            </p:custDataLst>
          </p:nvPr>
        </p:nvSpPr>
        <p:spPr>
          <a:xfrm>
            <a:off x="5695315" y="4744720"/>
            <a:ext cx="1791970" cy="1765300"/>
          </a:xfrm>
          <a:prstGeom prst="rect">
            <a:avLst/>
          </a:prstGeom>
          <a:solidFill>
            <a:srgbClr val="A6DEE4"/>
          </a:solidFill>
          <a:ln w="3175">
            <a:solidFill>
              <a:schemeClr val="bg1"/>
            </a:solidFill>
          </a:ln>
        </p:spPr>
        <p:txBody>
          <a:bodyPr wrap="square" rtlCol="0">
            <a:noAutofit/>
          </a:bodyPr>
          <a:p>
            <a:pPr algn="ctr"/>
            <a:r>
              <a:rPr lang="zh-CN" altLang="en-US" sz="1400" dirty="0">
                <a:sym typeface="+mn-ea"/>
              </a:rPr>
              <a:t>示意图</a:t>
            </a:r>
            <a:r>
              <a:rPr lang="en-US" altLang="zh-CN" sz="1400" dirty="0">
                <a:sym typeface="+mn-ea"/>
              </a:rPr>
              <a:t>+</a:t>
            </a:r>
            <a:r>
              <a:rPr lang="zh-CN" altLang="en-US" sz="1400" dirty="0">
                <a:sym typeface="+mn-ea"/>
              </a:rPr>
              <a:t>文字描述</a:t>
            </a:r>
            <a:endParaRPr lang="zh-CN" altLang="en-US" sz="1400" dirty="0">
              <a:solidFill>
                <a:schemeClr val="tx1"/>
              </a:solidFill>
            </a:endParaRPr>
          </a:p>
          <a:p>
            <a:pPr algn="ctr"/>
            <a:endParaRPr lang="zh-CN" altLang="en-US" sz="1400" dirty="0">
              <a:solidFill>
                <a:schemeClr val="tx1"/>
              </a:solidFill>
            </a:endParaRPr>
          </a:p>
          <a:p>
            <a:pPr algn="ctr"/>
            <a:r>
              <a:rPr lang="zh-CN" altLang="en-US" sz="1400" dirty="0">
                <a:sym typeface="+mn-ea"/>
              </a:rPr>
              <a:t>核心步骤</a:t>
            </a:r>
            <a:r>
              <a:rPr lang="en-US" altLang="zh-CN" sz="1400" dirty="0">
                <a:sym typeface="+mn-ea"/>
              </a:rPr>
              <a:t>/</a:t>
            </a:r>
            <a:r>
              <a:rPr lang="zh-CN" altLang="en-US" sz="1400" dirty="0">
                <a:sym typeface="+mn-ea"/>
              </a:rPr>
              <a:t>模块</a:t>
            </a:r>
            <a:r>
              <a:rPr lang="en-US" altLang="zh-CN" sz="1400" dirty="0">
                <a:sym typeface="+mn-ea"/>
              </a:rPr>
              <a:t>/</a:t>
            </a:r>
            <a:r>
              <a:rPr lang="zh-CN" altLang="en-US" sz="1400" dirty="0">
                <a:sym typeface="+mn-ea"/>
              </a:rPr>
              <a:t>功能点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>
            <p:custDataLst>
              <p:tags r:id="rId13"/>
            </p:custDataLst>
          </p:nvPr>
        </p:nvSpPr>
        <p:spPr>
          <a:xfrm>
            <a:off x="7833360" y="4744720"/>
            <a:ext cx="1791970" cy="1765300"/>
          </a:xfrm>
          <a:prstGeom prst="rect">
            <a:avLst/>
          </a:prstGeom>
          <a:solidFill>
            <a:srgbClr val="A6DEE4"/>
          </a:solidFill>
          <a:ln w="3175">
            <a:solidFill>
              <a:schemeClr val="bg1"/>
            </a:solidFill>
          </a:ln>
        </p:spPr>
        <p:txBody>
          <a:bodyPr wrap="square" rtlCol="0">
            <a:noAutofit/>
          </a:bodyPr>
          <a:p>
            <a:pPr algn="ctr"/>
            <a:r>
              <a:rPr lang="zh-CN" altLang="en-US" sz="1400" dirty="0">
                <a:sym typeface="+mn-ea"/>
              </a:rPr>
              <a:t>示意图</a:t>
            </a:r>
            <a:r>
              <a:rPr lang="en-US" altLang="zh-CN" sz="1400" dirty="0">
                <a:sym typeface="+mn-ea"/>
              </a:rPr>
              <a:t>+</a:t>
            </a:r>
            <a:r>
              <a:rPr lang="zh-CN" altLang="en-US" sz="1400" dirty="0">
                <a:sym typeface="+mn-ea"/>
              </a:rPr>
              <a:t>文字描述</a:t>
            </a:r>
            <a:endParaRPr lang="zh-CN" altLang="en-US" sz="1400" dirty="0">
              <a:solidFill>
                <a:schemeClr val="tx1"/>
              </a:solidFill>
            </a:endParaRPr>
          </a:p>
          <a:p>
            <a:pPr algn="ctr"/>
            <a:endParaRPr lang="zh-CN" altLang="en-US" sz="1400" dirty="0">
              <a:solidFill>
                <a:schemeClr val="tx1"/>
              </a:solidFill>
            </a:endParaRPr>
          </a:p>
          <a:p>
            <a:pPr algn="ctr"/>
            <a:r>
              <a:rPr lang="zh-CN" altLang="en-US" sz="1400" dirty="0">
                <a:sym typeface="+mn-ea"/>
              </a:rPr>
              <a:t>核心步骤</a:t>
            </a:r>
            <a:r>
              <a:rPr lang="en-US" altLang="zh-CN" sz="1400" dirty="0">
                <a:sym typeface="+mn-ea"/>
              </a:rPr>
              <a:t>/</a:t>
            </a:r>
            <a:r>
              <a:rPr lang="zh-CN" altLang="en-US" sz="1400" dirty="0">
                <a:sym typeface="+mn-ea"/>
              </a:rPr>
              <a:t>模块</a:t>
            </a:r>
            <a:r>
              <a:rPr lang="en-US" altLang="zh-CN" sz="1400" dirty="0">
                <a:sym typeface="+mn-ea"/>
              </a:rPr>
              <a:t>/</a:t>
            </a:r>
            <a:r>
              <a:rPr lang="zh-CN" altLang="en-US" sz="1400" dirty="0">
                <a:sym typeface="+mn-ea"/>
              </a:rPr>
              <a:t>功能点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21" name="文本框 20"/>
          <p:cNvSpPr txBox="1"/>
          <p:nvPr>
            <p:custDataLst>
              <p:tags r:id="rId14"/>
            </p:custDataLst>
          </p:nvPr>
        </p:nvSpPr>
        <p:spPr>
          <a:xfrm>
            <a:off x="9859645" y="4744720"/>
            <a:ext cx="1791970" cy="1765300"/>
          </a:xfrm>
          <a:prstGeom prst="rect">
            <a:avLst/>
          </a:prstGeom>
          <a:solidFill>
            <a:srgbClr val="A6DEE4"/>
          </a:solidFill>
          <a:ln w="3175">
            <a:solidFill>
              <a:schemeClr val="bg1"/>
            </a:solidFill>
          </a:ln>
        </p:spPr>
        <p:txBody>
          <a:bodyPr wrap="square" rtlCol="0">
            <a:noAutofit/>
          </a:bodyPr>
          <a:p>
            <a:pPr algn="ctr"/>
            <a:r>
              <a:rPr lang="zh-CN" altLang="en-US" sz="1400" dirty="0">
                <a:sym typeface="+mn-ea"/>
              </a:rPr>
              <a:t>示意图</a:t>
            </a:r>
            <a:r>
              <a:rPr lang="en-US" altLang="zh-CN" sz="1400" dirty="0">
                <a:sym typeface="+mn-ea"/>
              </a:rPr>
              <a:t>+</a:t>
            </a:r>
            <a:r>
              <a:rPr lang="zh-CN" altLang="en-US" sz="1400" dirty="0">
                <a:sym typeface="+mn-ea"/>
              </a:rPr>
              <a:t>文字描述</a:t>
            </a:r>
            <a:endParaRPr lang="zh-CN" altLang="en-US" sz="1400" dirty="0">
              <a:solidFill>
                <a:schemeClr val="tx1"/>
              </a:solidFill>
            </a:endParaRPr>
          </a:p>
          <a:p>
            <a:pPr algn="ctr"/>
            <a:endParaRPr lang="zh-CN" altLang="en-US" sz="1400" dirty="0">
              <a:solidFill>
                <a:schemeClr val="tx1"/>
              </a:solidFill>
            </a:endParaRPr>
          </a:p>
          <a:p>
            <a:pPr algn="ctr"/>
            <a:r>
              <a:rPr lang="zh-CN" altLang="en-US" sz="1400" dirty="0">
                <a:sym typeface="+mn-ea"/>
              </a:rPr>
              <a:t>核心步骤</a:t>
            </a:r>
            <a:r>
              <a:rPr lang="en-US" altLang="zh-CN" sz="1400" dirty="0">
                <a:sym typeface="+mn-ea"/>
              </a:rPr>
              <a:t>/</a:t>
            </a:r>
            <a:r>
              <a:rPr lang="zh-CN" altLang="en-US" sz="1400" dirty="0">
                <a:sym typeface="+mn-ea"/>
              </a:rPr>
              <a:t>模块</a:t>
            </a:r>
            <a:r>
              <a:rPr lang="en-US" altLang="zh-CN" sz="1400" dirty="0">
                <a:sym typeface="+mn-ea"/>
              </a:rPr>
              <a:t>/</a:t>
            </a:r>
            <a:r>
              <a:rPr lang="zh-CN" altLang="en-US" sz="1400" dirty="0">
                <a:sym typeface="+mn-ea"/>
              </a:rPr>
              <a:t>功能点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</p:spTree>
    <p:custDataLst>
      <p:tags r:id="rId15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THINKCELLSHAPEDONOTDELETE" val="thinkcellActiveDocDoNotDelete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FULL_TEXT_BEAUTIFY_COPY_ID" val="150995335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</Words>
  <Application>WPS 演示</Application>
  <PresentationFormat>宽屏</PresentationFormat>
  <Paragraphs>67</Paragraphs>
  <Slides>1</Slides>
  <Notes>30</Notes>
  <HiddenSlides>2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Calibri</vt:lpstr>
      <vt:lpstr>Alibaba PuHuiTi 2.0 55 Regular</vt:lpstr>
      <vt:lpstr>微软雅黑 Light</vt:lpstr>
      <vt:lpstr>Microsoft YaHei Bold</vt:lpstr>
      <vt:lpstr>等线</vt:lpstr>
      <vt:lpstr>Arial Unicode MS</vt:lpstr>
      <vt:lpstr>等线 Light</vt:lpstr>
      <vt:lpstr>Calibri</vt:lpstr>
      <vt:lpstr>Microsoft YaHei Bold</vt:lpstr>
      <vt:lpstr>Oxford Regular</vt:lpstr>
      <vt:lpstr>Kata Bold</vt:lpstr>
      <vt:lpstr>Office 主题​​</vt:lpstr>
      <vt:lpstr>TCLayout.ActiveDocument.1</vt:lpstr>
      <vt:lpstr>标杆案例-XXX客户XXX智能体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新圆 付</dc:creator>
  <cp:lastModifiedBy>商云方</cp:lastModifiedBy>
  <cp:revision>118</cp:revision>
  <cp:lastPrinted>2025-04-06T01:22:00Z</cp:lastPrinted>
  <dcterms:created xsi:type="dcterms:W3CDTF">2025-04-06T01:22:00Z</dcterms:created>
  <dcterms:modified xsi:type="dcterms:W3CDTF">2026-05-14T10:35:27Z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60E27F2AA8C44BD79B829C2D4BAFB4E1_13</vt:lpwstr>
  </property>
</Properties>
</file>