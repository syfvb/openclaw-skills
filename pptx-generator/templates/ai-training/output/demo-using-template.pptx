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3152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模块1：AI新时代认知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OpenClaw出现后，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AI学习路线彻底变了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跳过原理，直接进入AI实战新时代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新一代AI实战培训班 · 只讲能用的实战技巧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过去学AI vs 现在学AI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过去：原理驱动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机器学习、深度学习算法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大模型架构与训练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需要数学和编程基础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学习周期长，落地难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17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现在：应用驱动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直接上手用Agent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任务场景→选Agent→配工具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零基础可学，门槛低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学完就能用，落地快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第1课总结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时代变化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OpenClaw出现，AI学习从原理层直接跳到应用层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学习重点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放弃啃原理，专注用Agent解决问题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0040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学会用AI提效，成为能落地的AI实战者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开启AI实战之旅，让AI成为你的超级助手！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2026-04-02T15:33:04Z</dcterms:created>
  <dcterms:modified xsi:type="dcterms:W3CDTF">2026-04-02T15:33:04Z</dcterms:modified>
</cp:coreProperties>
</file>