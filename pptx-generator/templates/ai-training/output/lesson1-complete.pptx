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486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模块1：AI新时代认知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OpenClaw出现后，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AI学习路线彻底变了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从"学习原理"到"应用实战"的范式转移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新一代AI实战培训班 · 只讲能用的实战技巧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7091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OpenClaw出现后，AI学习路线彻底变了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从"学习原理"到"应用实战"的范式转移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3291840"/>
          </a:xfrm>
          <a:prstGeom prst="rect">
            <a:avLst/>
          </a:prstGeom>
          <a:solidFill>
            <a:srgbClr val="1E223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传统模式：重原理，轻实践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需要掌握复杂的数学公式与底层算法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学习周期长，门槛高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学完原理还是不会用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023360" cy="3291840"/>
          </a:xfrm>
          <a:prstGeom prst="rect">
            <a:avLst/>
          </a:prstGeom>
          <a:solidFill>
            <a:srgbClr val="1E223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新模式：即学即用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利用工具直接解决实际问题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聚焦应用场景，快速产出价值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零基础也能快速上手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7091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本节课核心要点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过去学AI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原理驱动（机器学习、大模型架构）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现在学AI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5760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应用驱动（Agent、工具、指令）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未来竞争力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5760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解决问题的能力（AI自动化工程师）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7091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过去学AI：漫长的原理之路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就像在复杂的迷宫中寻找出口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机器学习算法（SVM, Random Forest, K-means）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深度学习框架（TensorFlow, PyTorch）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神经网络结构（CNN, RNN, Transformer）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大模型架构与训练（预训练, 千亿参数）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57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模型微调与部署（Fine-tuning, TensorRT）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数据处理与特征工程（ETL, 归一化, 清洗）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7091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现在学AI：直接上手解决问题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1E223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2801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任务场景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明确要解决的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实际问题与目标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6596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194560" y="164592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1E223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2801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选Agent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24688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选择合适的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AI智能体工具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840480" y="164592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1E223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12801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3192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配工具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931920" y="24688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配置所需的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技能插件与API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486400" y="164592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1E223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12801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7784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写指令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577840" y="24688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设计清晰的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Prompt指令集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132320" y="164592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1E223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12801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跑闭环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223760" y="24688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自动执行、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7091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未来核心竞争力：AI自动化工程师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传统能力 VS 未来能力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3291840"/>
          </a:xfrm>
          <a:prstGeom prst="rect">
            <a:avLst/>
          </a:prstGeom>
          <a:solidFill>
            <a:srgbClr val="1E223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淘汰型能力（不用再花大量时间学）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"懂AI原理"：机器会自动优化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"会写基础代码"：AI能自动生成代码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023360" cy="3291840"/>
          </a:xfrm>
          <a:prstGeom prst="rect">
            <a:avLst/>
          </a:prstGeom>
          <a:solidFill>
            <a:srgbClr val="1E223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核心竞争力（必须掌握）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不是"懂AI"，而是"会用AI解决问题"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不是"会写代码"，而是"会让AI自动写代码"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7091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E223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核心转变：AI 自动化工程师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跳过原理，直接实战，从工具使用者转变为驾驭 AI 的自动化工程师。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任务场景 → 选Agent → 配工具 → 写指令 → 跑闭环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2918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学会用AI提效，成为能落地的AI实战者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40233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未来拼的不是"造AI"，而是"用AI"的能力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7091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下节课预告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1E223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第2课：什么是Agent？为什么它比普通AI强10倍？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我们将深入了解 Agent 的定义、核心能力，并对比它与普通 AI 的巨大差异。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7432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核心定义解析：Agent 的本质与起源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关键能力模型：感知、决策与行动闭环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6576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性能对比分析：Agent vs 传统 AI 差异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2026-04-02T15:55:44Z</dcterms:created>
  <dcterms:modified xsi:type="dcterms:W3CDTF">2026-04-02T15:55:44Z</dcterms:modified>
</cp:coreProperties>
</file>