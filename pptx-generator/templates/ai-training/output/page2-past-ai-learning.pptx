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70916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09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过去学AI，我们在学什么？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（低效且难落地）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023360" cy="3291840"/>
          </a:xfrm>
          <a:prstGeom prst="rect">
            <a:avLst/>
          </a:prstGeom>
          <a:solidFill>
            <a:srgbClr val="1E223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核心学习内容（全是底层原理）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机器学习：算法、模型、特征工程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深度学习：神经网络、卷积、循环结构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大模型相关：架构、训练、微调、部署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4023360" cy="3291840"/>
          </a:xfrm>
          <a:prstGeom prst="rect">
            <a:avLst/>
          </a:prstGeom>
          <a:solidFill>
            <a:srgbClr val="1E223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00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学习痛点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门槛高：需要数学、编程基础，普通人难入门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落地难：学完原理，还是不会用AI解决实际问题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周期长：从入门到上手，需要几个月甚至半年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2026-04-02T16:04:54Z</dcterms:created>
  <dcterms:modified xsi:type="dcterms:W3CDTF">2026-04-02T16:04:54Z</dcterms:modified>
</cp:coreProperties>
</file>