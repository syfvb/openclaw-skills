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我们的新一代AI实战培训班。今天是我们的第一节课，属于模块一“AI新时代认知”的内容。本节课的主题是“OpenClaw出现后，AI学习路线彻底变了”。在接下来的时间里，我们将一起探讨AI学习的新范式，从传统的原理学习转向直接的应用实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的核心，就是探讨一个根本性的转变：随着OpenClaw这类工具的出现，我们学习AI的方式发生了革命性的变化。我们不再需要花费大量时间在艰深的理论原理上，而是可以直接进入应用实战层面，这是一次从“学习原理”到“应用实战”的范式转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我们将围绕三个核心要点展开：首先，回顾过去我们是如何学习AI的，那是一条以原理为驱动的漫长道路；其次，介绍现在学习AI的新方式，即以应用为驱动，直接上手使用Agent和工具；最后，展望未来，我们需要具备的核心竞争力是成为一名能够解决实际问题的AI自动化工程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去，学习AI意味着要踏上一条漫长而艰难的原理之路。我们需要深入学习机器学习、深度学习、神经网络等复杂的理论知识，还要掌握模型训练、微调、部署等一系列工程技能。这就像走一个复杂的迷宫，需要花费大量的时间和精力才能找到出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现在，情况完全不同了。我们可以跳过复杂的原理学习，直接进入应用层。整个学习和工作流程变得非常清晰：首先明确我们要解决的任务场景，然后选择合适的AI智能体，为它配备必要的工具，接着设计清晰的指令，最后让它自动运行并形成一个不断优化的闭环。我们不再是AI的研究者，而是AI的使用者和驾驭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那么，未来的核心竞争力是什么呢？答案是成为一名AI自动化工程师。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这意味着，你的能力不再取决于你懂多少AI原理，而在于你能否用AI解决实际问题；不再取决于你会写多少代码，而在于你能否让AI为你自动写代码。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这是一种全新的工作方式和能力模型，即成为一名能够驾驭AI、构建自动化工作流的专家。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本节课的内容。我们的核心转变是：跳过原理学习，直接进入实战，目标是成为一名能够驾驭AI的自动化工程师。关键路径就是我们反复强调的：从任务场景出发，选择合适的Agent，配置工具，设计指令，并让它自动运行和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本节课就到这里。下一节课，我们将深入探讨一个核心概念——Agent。我们会详细讲解什么是Agent，它具备哪些核心能力，以及为什么它比我们之前接触的普通AI要强大得多。感谢大家的聆听！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1.jpeg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新一代AI实战培训班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667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模块1：AI新时代认知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4826016" y="3422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270000" y="3937000"/>
            <a:ext cx="9652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97000" y="4127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第1课：OpenClaw出现后，AI学习路线彻底变了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546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635000"/>
            <a:ext cx="1107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OpenClaw出现后，AI学习路线彻底变了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从“学习原理”到“应用实战”的范式转移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540000"/>
            <a:ext cx="812800" cy="812800"/>
          </a:xfrm>
          <a:prstGeom prst="rect">
            <a:avLst/>
          </a:prstGeom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1778000" y="2540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032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传统模式：重原理，轻实践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111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需要掌握复杂的数学公式与底层算法，学习周期长，门槛高。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064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0320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OpenClaw 新模式：即学即用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4635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利用工具直接解决实际问题，聚焦应用场景，快速产出价值。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81000" y="609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3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 REVOLUTION · PARADIGM SHIFT · 2026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本节课核心要点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05000" y="2286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过去学AI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原理驱动</a:t>
            </a:r>
            <a:b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(机器学习、大模型架构)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88000" y="2286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572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现在学AI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应用驱动</a:t>
            </a:r>
            <a:b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(Agent、工具、指令)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0" y="2286000"/>
            <a:ext cx="1016000" cy="1016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未来竞争力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393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解决问题的能力</a:t>
            </a:r>
            <a:b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(AI自动化工程师)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 REVOLUTION · CORE CONCEPTS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过去学AI：漫长的原理之路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03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78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机器学习算法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(SVM, Random Forest, K-means)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3622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14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4892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深度学习框架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(TensorFlow, PyTorch)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0734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225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200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神经网络结构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(CNN, RNN, Transformer)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7846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937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3911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大模型架构与训练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(预训练, 千亿参数)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958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648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6228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模型微调与部署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(Fine-tuning, TensorRT)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5334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359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5334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数据处理与特征工程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(ETL, 归一化, 清洗)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66000" y="1905000"/>
            <a:ext cx="3556000" cy="2540000"/>
          </a:xfrm>
          <a:prstGeom prst="roundRect">
            <a:avLst>
              <a:gd name="adj" fmla="val 5000"/>
            </a:avLst>
          </a:prstGeom>
          <a:solidFill>
            <a:srgbClr val="000000">
              <a:alpha val="3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rcRect t="24" b="24"/>
          <a:stretch>
            <a:fillRect/>
          </a:stretch>
        </p:blipFill>
        <p:spPr>
          <a:xfrm>
            <a:off x="7620000" y="2159000"/>
            <a:ext cx="3048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7366000" y="4572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“就像在复杂的迷宫中寻找出口”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57175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现在学AI：直接上手解决问题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98500" y="2032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62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25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任务场景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355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明确要解决的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实际问题与目标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57500" y="2032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52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984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选Agent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984500" y="355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选择合适的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AI智能体工具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16500" y="2032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4200" y="228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配工具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43500" y="355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配置所需的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技能插件与API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75500" y="2032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3200" y="2286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写指令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02500" y="355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设计清晰的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Prompt指令集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34500" y="2032000"/>
            <a:ext cx="1905000" cy="2794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82200" y="2286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461500" y="304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461500" y="355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自动执行、验证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迭代与优化结果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" y="5334000"/>
            <a:ext cx="10541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5500" y="5588000"/>
            <a:ext cx="1054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我们不再是AI的研究者，而是AI的使用者和驾驭者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未来核心竞争力：AI自动化工程师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762000" y="1778000"/>
            <a:ext cx="2794000" cy="2755900"/>
          </a:xfrm>
          <a:prstGeom prst="roundRect">
            <a:avLst>
              <a:gd name="adj" fmla="val 9216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064000" y="1778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传统能力 VS 未来能力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4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445000" y="22352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不再是“懂AI”，而是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“会用AI解决问题”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4000" y="2794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445000" y="27432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不再是“会写代码”，而是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“会让AI自动写代码”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6611">
            <a:off x="4064006" y="3422650"/>
            <a:ext cx="660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064000" y="3683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0" y="4191000"/>
            <a:ext cx="6604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254500" y="43180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成为一名能够驾驭AI、构建自动化工作流的</a:t>
            </a: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AI自动化工程师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，将是未来最宝贵的技能。这不仅是技术的升级，更是工作方式的革新。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课程总结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71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905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核心转变：AI 自动化工程师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3495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跳过原理，直接实战，从工具使用者转变为驾驭 AI 的自动化工程师。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3307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关键路径：全流程闭环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572000"/>
            <a:ext cx="1397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任务场景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2500" y="4699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810000" y="4572000"/>
            <a:ext cx="1397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 Agent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0500" y="4699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4572000"/>
            <a:ext cx="1397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配工具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8500" y="4699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4572000"/>
            <a:ext cx="1397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写指令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6500" y="4699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144000" y="4572000"/>
            <a:ext cx="1397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跑闭环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下节课预告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222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159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第2课：什么是Agent？为什么它比普通AI强10倍？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279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我们将深入了解 Agent 的定义、核心能力，并对比它与普通 AI 的巨大差异。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73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508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核心定义解析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的本质与起源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4318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4673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4508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关键能力模型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感知、决策与行动闭环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4318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4673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26500" y="4508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性能对比分析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vs 传统 AI 差异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WPS 演示</Application>
  <PresentationFormat/>
  <Paragraphs>121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Poppins</vt:lpstr>
      <vt:lpstr>Segoe Print</vt:lpstr>
      <vt:lpstr>微软雅黑</vt:lpstr>
      <vt:lpstr>Arial Unicode MS</vt:lpstr>
      <vt:lpstr>Poppins</vt:lpstr>
      <vt:lpstr>A new day begins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商云方</cp:lastModifiedBy>
  <cp:revision>1</cp:revision>
  <dcterms:created xsi:type="dcterms:W3CDTF">2026-04-02T03:41:06Z</dcterms:created>
  <dcterms:modified xsi:type="dcterms:W3CDTF">2026-04-02T03:41:06Z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514D1458A6F4462EA26ADF81D22CEC2B_12</vt:lpwstr>
  </property>
  <property fmtid="{D5CDD505-2E9C-101B-9397-08002B2CF9AE}" pid="3" name="KSOProductBuildVer">
    <vt:lpwstr>2052-12.1.0.25225</vt:lpwstr>
  </property>
</Properties>
</file>